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257" r:id="rId3"/>
    <p:sldId id="258" r:id="rId4"/>
    <p:sldId id="259" r:id="rId5"/>
    <p:sldId id="260" r:id="rId6"/>
    <p:sldId id="261" r:id="rId7"/>
    <p:sldId id="267" r:id="rId8"/>
    <p:sldId id="262" r:id="rId9"/>
    <p:sldId id="263" r:id="rId10"/>
    <p:sldId id="264" r:id="rId11"/>
    <p:sldId id="265" r:id="rId12"/>
    <p:sldId id="266" r:id="rId13"/>
    <p:sldId id="268" r:id="rId14"/>
    <p:sldId id="270" r:id="rId15"/>
    <p:sldId id="271" r:id="rId16"/>
    <p:sldId id="269"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1837" autoAdjust="0"/>
  </p:normalViewPr>
  <p:slideViewPr>
    <p:cSldViewPr snapToGrid="0">
      <p:cViewPr varScale="1">
        <p:scale>
          <a:sx n="61" d="100"/>
          <a:sy n="61" d="100"/>
        </p:scale>
        <p:origin x="860"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E14703-4A27-4A75-B399-7C77E0E59EAA}" type="datetimeFigureOut">
              <a:rPr lang="en-US" smtClean="0"/>
              <a:t>12/24/2025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9153607-7310-4259-B6C2-E3A5285CFC3B}" type="slidenum">
              <a:rPr lang="en-US" smtClean="0"/>
              <a:t>‹#›</a:t>
            </a:fld>
            <a:endParaRPr lang="en-US"/>
          </a:p>
        </p:txBody>
      </p:sp>
    </p:spTree>
    <p:extLst>
      <p:ext uri="{BB962C8B-B14F-4D97-AF65-F5344CB8AC3E}">
        <p14:creationId xmlns:p14="http://schemas.microsoft.com/office/powerpoint/2010/main" val="32996816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9153607-7310-4259-B6C2-E3A5285CFC3B}" type="slidenum">
              <a:rPr lang="en-US" smtClean="0"/>
              <a:t>1</a:t>
            </a:fld>
            <a:endParaRPr lang="en-US"/>
          </a:p>
        </p:txBody>
      </p:sp>
    </p:spTree>
    <p:extLst>
      <p:ext uri="{BB962C8B-B14F-4D97-AF65-F5344CB8AC3E}">
        <p14:creationId xmlns:p14="http://schemas.microsoft.com/office/powerpoint/2010/main" val="38110578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9153607-7310-4259-B6C2-E3A5285CFC3B}" type="slidenum">
              <a:rPr lang="en-US" smtClean="0"/>
              <a:t>8</a:t>
            </a:fld>
            <a:endParaRPr lang="en-US"/>
          </a:p>
        </p:txBody>
      </p:sp>
    </p:spTree>
    <p:extLst>
      <p:ext uri="{BB962C8B-B14F-4D97-AF65-F5344CB8AC3E}">
        <p14:creationId xmlns:p14="http://schemas.microsoft.com/office/powerpoint/2010/main" val="21493085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73BD6-2380-1979-996A-6239046FD6C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FB5CB63-1691-1E82-C50C-64949C83F9A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1594CA4-C948-B63E-A904-A2338D4AF56F}"/>
              </a:ext>
            </a:extLst>
          </p:cNvPr>
          <p:cNvSpPr>
            <a:spLocks noGrp="1"/>
          </p:cNvSpPr>
          <p:nvPr>
            <p:ph type="dt" sz="half" idx="10"/>
          </p:nvPr>
        </p:nvSpPr>
        <p:spPr/>
        <p:txBody>
          <a:bodyPr/>
          <a:lstStyle/>
          <a:p>
            <a:fld id="{EA81DEC6-5C2C-414C-8E92-983C5AC92D6E}" type="datetimeFigureOut">
              <a:rPr lang="en-US" smtClean="0"/>
              <a:t>12/24/2025</a:t>
            </a:fld>
            <a:endParaRPr lang="en-US"/>
          </a:p>
        </p:txBody>
      </p:sp>
      <p:sp>
        <p:nvSpPr>
          <p:cNvPr id="5" name="Footer Placeholder 4">
            <a:extLst>
              <a:ext uri="{FF2B5EF4-FFF2-40B4-BE49-F238E27FC236}">
                <a16:creationId xmlns:a16="http://schemas.microsoft.com/office/drawing/2014/main" id="{AE2A4134-04E0-95DA-635F-174297771AF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D24752-8820-440A-8907-D339AA973B8D}"/>
              </a:ext>
            </a:extLst>
          </p:cNvPr>
          <p:cNvSpPr>
            <a:spLocks noGrp="1"/>
          </p:cNvSpPr>
          <p:nvPr>
            <p:ph type="sldNum" sz="quarter" idx="12"/>
          </p:nvPr>
        </p:nvSpPr>
        <p:spPr/>
        <p:txBody>
          <a:bodyPr/>
          <a:lstStyle/>
          <a:p>
            <a:fld id="{21287583-3159-463A-BBB4-FB4DB704E5AE}" type="slidenum">
              <a:rPr lang="en-US" smtClean="0"/>
              <a:t>‹#›</a:t>
            </a:fld>
            <a:endParaRPr lang="en-US"/>
          </a:p>
        </p:txBody>
      </p:sp>
    </p:spTree>
    <p:extLst>
      <p:ext uri="{BB962C8B-B14F-4D97-AF65-F5344CB8AC3E}">
        <p14:creationId xmlns:p14="http://schemas.microsoft.com/office/powerpoint/2010/main" val="12585810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C221B-4089-2AB5-4273-0DCC5C50BFC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0759D3D-716A-D5A3-78B2-2B22C1DF365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4D44EE-3ED3-9093-42EF-B9950C52CBF9}"/>
              </a:ext>
            </a:extLst>
          </p:cNvPr>
          <p:cNvSpPr>
            <a:spLocks noGrp="1"/>
          </p:cNvSpPr>
          <p:nvPr>
            <p:ph type="dt" sz="half" idx="10"/>
          </p:nvPr>
        </p:nvSpPr>
        <p:spPr/>
        <p:txBody>
          <a:bodyPr/>
          <a:lstStyle/>
          <a:p>
            <a:fld id="{EA81DEC6-5C2C-414C-8E92-983C5AC92D6E}" type="datetimeFigureOut">
              <a:rPr lang="en-US" smtClean="0"/>
              <a:t>12/24/2025</a:t>
            </a:fld>
            <a:endParaRPr lang="en-US"/>
          </a:p>
        </p:txBody>
      </p:sp>
      <p:sp>
        <p:nvSpPr>
          <p:cNvPr id="5" name="Footer Placeholder 4">
            <a:extLst>
              <a:ext uri="{FF2B5EF4-FFF2-40B4-BE49-F238E27FC236}">
                <a16:creationId xmlns:a16="http://schemas.microsoft.com/office/drawing/2014/main" id="{0796F859-F09D-EDCE-26F5-DC944F6FD2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E25254-F380-C42A-EA19-ABC3ABF17615}"/>
              </a:ext>
            </a:extLst>
          </p:cNvPr>
          <p:cNvSpPr>
            <a:spLocks noGrp="1"/>
          </p:cNvSpPr>
          <p:nvPr>
            <p:ph type="sldNum" sz="quarter" idx="12"/>
          </p:nvPr>
        </p:nvSpPr>
        <p:spPr/>
        <p:txBody>
          <a:bodyPr/>
          <a:lstStyle/>
          <a:p>
            <a:fld id="{21287583-3159-463A-BBB4-FB4DB704E5AE}" type="slidenum">
              <a:rPr lang="en-US" smtClean="0"/>
              <a:t>‹#›</a:t>
            </a:fld>
            <a:endParaRPr lang="en-US"/>
          </a:p>
        </p:txBody>
      </p:sp>
    </p:spTree>
    <p:extLst>
      <p:ext uri="{BB962C8B-B14F-4D97-AF65-F5344CB8AC3E}">
        <p14:creationId xmlns:p14="http://schemas.microsoft.com/office/powerpoint/2010/main" val="39747611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03F7FA-4F41-B1AF-29D2-50169CD598B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44D5A99-D988-3006-5059-F4031450117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D0F7924-AE25-300B-A452-5FF0BF7396EA}"/>
              </a:ext>
            </a:extLst>
          </p:cNvPr>
          <p:cNvSpPr>
            <a:spLocks noGrp="1"/>
          </p:cNvSpPr>
          <p:nvPr>
            <p:ph type="dt" sz="half" idx="10"/>
          </p:nvPr>
        </p:nvSpPr>
        <p:spPr/>
        <p:txBody>
          <a:bodyPr/>
          <a:lstStyle/>
          <a:p>
            <a:fld id="{EA81DEC6-5C2C-414C-8E92-983C5AC92D6E}" type="datetimeFigureOut">
              <a:rPr lang="en-US" smtClean="0"/>
              <a:t>12/24/2025</a:t>
            </a:fld>
            <a:endParaRPr lang="en-US"/>
          </a:p>
        </p:txBody>
      </p:sp>
      <p:sp>
        <p:nvSpPr>
          <p:cNvPr id="5" name="Footer Placeholder 4">
            <a:extLst>
              <a:ext uri="{FF2B5EF4-FFF2-40B4-BE49-F238E27FC236}">
                <a16:creationId xmlns:a16="http://schemas.microsoft.com/office/drawing/2014/main" id="{48FDFF6D-45B7-439D-DFD2-C32422BF0C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B4DBF96-8AF2-4657-DF8B-381DEB2967DF}"/>
              </a:ext>
            </a:extLst>
          </p:cNvPr>
          <p:cNvSpPr>
            <a:spLocks noGrp="1"/>
          </p:cNvSpPr>
          <p:nvPr>
            <p:ph type="sldNum" sz="quarter" idx="12"/>
          </p:nvPr>
        </p:nvSpPr>
        <p:spPr/>
        <p:txBody>
          <a:bodyPr/>
          <a:lstStyle/>
          <a:p>
            <a:fld id="{21287583-3159-463A-BBB4-FB4DB704E5AE}" type="slidenum">
              <a:rPr lang="en-US" smtClean="0"/>
              <a:t>‹#›</a:t>
            </a:fld>
            <a:endParaRPr lang="en-US"/>
          </a:p>
        </p:txBody>
      </p:sp>
    </p:spTree>
    <p:extLst>
      <p:ext uri="{BB962C8B-B14F-4D97-AF65-F5344CB8AC3E}">
        <p14:creationId xmlns:p14="http://schemas.microsoft.com/office/powerpoint/2010/main" val="25516162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EC1A9-117A-0362-1512-44235C2AC30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3582E78-666D-89AD-C23C-C394A2EE538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080801D-3ED4-51E9-90FD-7239E02658F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E44A168-E31F-09EC-CA84-63B082CF3E30}"/>
              </a:ext>
            </a:extLst>
          </p:cNvPr>
          <p:cNvSpPr>
            <a:spLocks noGrp="1"/>
          </p:cNvSpPr>
          <p:nvPr>
            <p:ph type="dt" sz="half" idx="10"/>
          </p:nvPr>
        </p:nvSpPr>
        <p:spPr/>
        <p:txBody>
          <a:bodyPr/>
          <a:lstStyle/>
          <a:p>
            <a:fld id="{EA81DEC6-5C2C-414C-8E92-983C5AC92D6E}" type="datetimeFigureOut">
              <a:rPr lang="en-US" smtClean="0"/>
              <a:t>12/24/2025</a:t>
            </a:fld>
            <a:endParaRPr lang="en-US"/>
          </a:p>
        </p:txBody>
      </p:sp>
      <p:sp>
        <p:nvSpPr>
          <p:cNvPr id="6" name="Footer Placeholder 5">
            <a:extLst>
              <a:ext uri="{FF2B5EF4-FFF2-40B4-BE49-F238E27FC236}">
                <a16:creationId xmlns:a16="http://schemas.microsoft.com/office/drawing/2014/main" id="{9654DE64-3D16-7448-8248-94124E50528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C003D21-61CF-23F4-DDF6-5DCC58323FCC}"/>
              </a:ext>
            </a:extLst>
          </p:cNvPr>
          <p:cNvSpPr>
            <a:spLocks noGrp="1"/>
          </p:cNvSpPr>
          <p:nvPr>
            <p:ph type="sldNum" sz="quarter" idx="12"/>
          </p:nvPr>
        </p:nvSpPr>
        <p:spPr/>
        <p:txBody>
          <a:bodyPr/>
          <a:lstStyle/>
          <a:p>
            <a:fld id="{21287583-3159-463A-BBB4-FB4DB704E5AE}" type="slidenum">
              <a:rPr lang="en-US" smtClean="0"/>
              <a:t>‹#›</a:t>
            </a:fld>
            <a:endParaRPr lang="en-US"/>
          </a:p>
        </p:txBody>
      </p:sp>
    </p:spTree>
    <p:extLst>
      <p:ext uri="{BB962C8B-B14F-4D97-AF65-F5344CB8AC3E}">
        <p14:creationId xmlns:p14="http://schemas.microsoft.com/office/powerpoint/2010/main" val="17369131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A2D2B-DEB7-C3A7-0699-CAE7399C133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185208B-7C08-5790-D79B-74D7F34F8E3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3297D37-9F3B-EECF-9DFF-8D74D97F939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5468E52-41C4-0F98-4791-7CE89968D8B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CE0F045-E046-F56F-3634-1F71F28AAE2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B880932-03DB-EBBB-79EE-E66FE61845F3}"/>
              </a:ext>
            </a:extLst>
          </p:cNvPr>
          <p:cNvSpPr>
            <a:spLocks noGrp="1"/>
          </p:cNvSpPr>
          <p:nvPr>
            <p:ph type="dt" sz="half" idx="10"/>
          </p:nvPr>
        </p:nvSpPr>
        <p:spPr/>
        <p:txBody>
          <a:bodyPr/>
          <a:lstStyle/>
          <a:p>
            <a:fld id="{EA81DEC6-5C2C-414C-8E92-983C5AC92D6E}" type="datetimeFigureOut">
              <a:rPr lang="en-US" smtClean="0"/>
              <a:t>12/24/2025</a:t>
            </a:fld>
            <a:endParaRPr lang="en-US"/>
          </a:p>
        </p:txBody>
      </p:sp>
      <p:sp>
        <p:nvSpPr>
          <p:cNvPr id="8" name="Footer Placeholder 7">
            <a:extLst>
              <a:ext uri="{FF2B5EF4-FFF2-40B4-BE49-F238E27FC236}">
                <a16:creationId xmlns:a16="http://schemas.microsoft.com/office/drawing/2014/main" id="{22A091A0-4C16-44C0-7315-4E16350896C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1E93284-7C2B-B97B-EE75-745B78E5C3E5}"/>
              </a:ext>
            </a:extLst>
          </p:cNvPr>
          <p:cNvSpPr>
            <a:spLocks noGrp="1"/>
          </p:cNvSpPr>
          <p:nvPr>
            <p:ph type="sldNum" sz="quarter" idx="12"/>
          </p:nvPr>
        </p:nvSpPr>
        <p:spPr/>
        <p:txBody>
          <a:bodyPr/>
          <a:lstStyle/>
          <a:p>
            <a:fld id="{21287583-3159-463A-BBB4-FB4DB704E5AE}" type="slidenum">
              <a:rPr lang="en-US" smtClean="0"/>
              <a:t>‹#›</a:t>
            </a:fld>
            <a:endParaRPr lang="en-US"/>
          </a:p>
        </p:txBody>
      </p:sp>
    </p:spTree>
    <p:extLst>
      <p:ext uri="{BB962C8B-B14F-4D97-AF65-F5344CB8AC3E}">
        <p14:creationId xmlns:p14="http://schemas.microsoft.com/office/powerpoint/2010/main" val="15732407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5E1A7F-4855-EEB3-7202-3BC765B1F7D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4DB7DFF-6D57-B903-447C-E89E290C23F0}"/>
              </a:ext>
            </a:extLst>
          </p:cNvPr>
          <p:cNvSpPr>
            <a:spLocks noGrp="1"/>
          </p:cNvSpPr>
          <p:nvPr>
            <p:ph type="dt" sz="half" idx="10"/>
          </p:nvPr>
        </p:nvSpPr>
        <p:spPr/>
        <p:txBody>
          <a:bodyPr/>
          <a:lstStyle/>
          <a:p>
            <a:fld id="{EA81DEC6-5C2C-414C-8E92-983C5AC92D6E}" type="datetimeFigureOut">
              <a:rPr lang="en-US" smtClean="0"/>
              <a:t>12/24/2025</a:t>
            </a:fld>
            <a:endParaRPr lang="en-US"/>
          </a:p>
        </p:txBody>
      </p:sp>
      <p:sp>
        <p:nvSpPr>
          <p:cNvPr id="4" name="Footer Placeholder 3">
            <a:extLst>
              <a:ext uri="{FF2B5EF4-FFF2-40B4-BE49-F238E27FC236}">
                <a16:creationId xmlns:a16="http://schemas.microsoft.com/office/drawing/2014/main" id="{35A1B33C-8DAC-9C9C-355D-74F750C3662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BAEDB82-6856-0C81-8429-3284D36CBF64}"/>
              </a:ext>
            </a:extLst>
          </p:cNvPr>
          <p:cNvSpPr>
            <a:spLocks noGrp="1"/>
          </p:cNvSpPr>
          <p:nvPr>
            <p:ph type="sldNum" sz="quarter" idx="12"/>
          </p:nvPr>
        </p:nvSpPr>
        <p:spPr/>
        <p:txBody>
          <a:bodyPr/>
          <a:lstStyle/>
          <a:p>
            <a:fld id="{21287583-3159-463A-BBB4-FB4DB704E5AE}" type="slidenum">
              <a:rPr lang="en-US" smtClean="0"/>
              <a:t>‹#›</a:t>
            </a:fld>
            <a:endParaRPr lang="en-US"/>
          </a:p>
        </p:txBody>
      </p:sp>
    </p:spTree>
    <p:extLst>
      <p:ext uri="{BB962C8B-B14F-4D97-AF65-F5344CB8AC3E}">
        <p14:creationId xmlns:p14="http://schemas.microsoft.com/office/powerpoint/2010/main" val="37923266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CD7473C-DA17-4449-1F4D-F44BD43DB7BC}"/>
              </a:ext>
            </a:extLst>
          </p:cNvPr>
          <p:cNvSpPr>
            <a:spLocks noGrp="1"/>
          </p:cNvSpPr>
          <p:nvPr>
            <p:ph type="dt" sz="half" idx="10"/>
          </p:nvPr>
        </p:nvSpPr>
        <p:spPr/>
        <p:txBody>
          <a:bodyPr/>
          <a:lstStyle/>
          <a:p>
            <a:fld id="{EA81DEC6-5C2C-414C-8E92-983C5AC92D6E}" type="datetimeFigureOut">
              <a:rPr lang="en-US" smtClean="0"/>
              <a:t>12/24/2025</a:t>
            </a:fld>
            <a:endParaRPr lang="en-US"/>
          </a:p>
        </p:txBody>
      </p:sp>
      <p:sp>
        <p:nvSpPr>
          <p:cNvPr id="3" name="Footer Placeholder 2">
            <a:extLst>
              <a:ext uri="{FF2B5EF4-FFF2-40B4-BE49-F238E27FC236}">
                <a16:creationId xmlns:a16="http://schemas.microsoft.com/office/drawing/2014/main" id="{C892AD2D-09E8-3BC7-3467-F728B82B04C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CD69FC1-F81E-BA70-8DD3-13BA8DC7F8ED}"/>
              </a:ext>
            </a:extLst>
          </p:cNvPr>
          <p:cNvSpPr>
            <a:spLocks noGrp="1"/>
          </p:cNvSpPr>
          <p:nvPr>
            <p:ph type="sldNum" sz="quarter" idx="12"/>
          </p:nvPr>
        </p:nvSpPr>
        <p:spPr/>
        <p:txBody>
          <a:bodyPr/>
          <a:lstStyle/>
          <a:p>
            <a:fld id="{21287583-3159-463A-BBB4-FB4DB704E5AE}" type="slidenum">
              <a:rPr lang="en-US" smtClean="0"/>
              <a:t>‹#›</a:t>
            </a:fld>
            <a:endParaRPr lang="en-US"/>
          </a:p>
        </p:txBody>
      </p:sp>
    </p:spTree>
    <p:extLst>
      <p:ext uri="{BB962C8B-B14F-4D97-AF65-F5344CB8AC3E}">
        <p14:creationId xmlns:p14="http://schemas.microsoft.com/office/powerpoint/2010/main" val="1424667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60A2E1-AAA6-7EED-0D8E-59C5CC6FA1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6A9CB23-C554-021F-2E0C-D212DBB7F99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15ED540-2F9B-2D3B-BF68-FBC1B7EB2F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69885CE-77CE-4189-28FC-6E12E61123EC}"/>
              </a:ext>
            </a:extLst>
          </p:cNvPr>
          <p:cNvSpPr>
            <a:spLocks noGrp="1"/>
          </p:cNvSpPr>
          <p:nvPr>
            <p:ph type="dt" sz="half" idx="10"/>
          </p:nvPr>
        </p:nvSpPr>
        <p:spPr/>
        <p:txBody>
          <a:bodyPr/>
          <a:lstStyle/>
          <a:p>
            <a:fld id="{EA81DEC6-5C2C-414C-8E92-983C5AC92D6E}" type="datetimeFigureOut">
              <a:rPr lang="en-US" smtClean="0"/>
              <a:t>12/24/2025</a:t>
            </a:fld>
            <a:endParaRPr lang="en-US"/>
          </a:p>
        </p:txBody>
      </p:sp>
      <p:sp>
        <p:nvSpPr>
          <p:cNvPr id="6" name="Footer Placeholder 5">
            <a:extLst>
              <a:ext uri="{FF2B5EF4-FFF2-40B4-BE49-F238E27FC236}">
                <a16:creationId xmlns:a16="http://schemas.microsoft.com/office/drawing/2014/main" id="{9D9A06ED-BFEC-1A55-CE28-56277D9D400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EFED668-3A12-0C41-CCBA-F0F78809DA11}"/>
              </a:ext>
            </a:extLst>
          </p:cNvPr>
          <p:cNvSpPr>
            <a:spLocks noGrp="1"/>
          </p:cNvSpPr>
          <p:nvPr>
            <p:ph type="sldNum" sz="quarter" idx="12"/>
          </p:nvPr>
        </p:nvSpPr>
        <p:spPr/>
        <p:txBody>
          <a:bodyPr/>
          <a:lstStyle/>
          <a:p>
            <a:fld id="{21287583-3159-463A-BBB4-FB4DB704E5AE}" type="slidenum">
              <a:rPr lang="en-US" smtClean="0"/>
              <a:t>‹#›</a:t>
            </a:fld>
            <a:endParaRPr lang="en-US"/>
          </a:p>
        </p:txBody>
      </p:sp>
    </p:spTree>
    <p:extLst>
      <p:ext uri="{BB962C8B-B14F-4D97-AF65-F5344CB8AC3E}">
        <p14:creationId xmlns:p14="http://schemas.microsoft.com/office/powerpoint/2010/main" val="15803751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CD337-2724-F77C-C5D8-73CB1A3CCE6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DB09914-ABF5-8593-2435-C8A2E5D32E8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7B100BE-E03E-A4A3-5C56-15DE74C60F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CA60683-F265-887B-5848-B74BE8FC0C0B}"/>
              </a:ext>
            </a:extLst>
          </p:cNvPr>
          <p:cNvSpPr>
            <a:spLocks noGrp="1"/>
          </p:cNvSpPr>
          <p:nvPr>
            <p:ph type="dt" sz="half" idx="10"/>
          </p:nvPr>
        </p:nvSpPr>
        <p:spPr/>
        <p:txBody>
          <a:bodyPr/>
          <a:lstStyle/>
          <a:p>
            <a:fld id="{EA81DEC6-5C2C-414C-8E92-983C5AC92D6E}" type="datetimeFigureOut">
              <a:rPr lang="en-US" smtClean="0"/>
              <a:t>12/24/2025</a:t>
            </a:fld>
            <a:endParaRPr lang="en-US"/>
          </a:p>
        </p:txBody>
      </p:sp>
      <p:sp>
        <p:nvSpPr>
          <p:cNvPr id="6" name="Footer Placeholder 5">
            <a:extLst>
              <a:ext uri="{FF2B5EF4-FFF2-40B4-BE49-F238E27FC236}">
                <a16:creationId xmlns:a16="http://schemas.microsoft.com/office/drawing/2014/main" id="{D9A778FC-15AA-36D0-A9EE-017C11C653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3CB1E5A-B911-1C7A-1E22-64EF371CC925}"/>
              </a:ext>
            </a:extLst>
          </p:cNvPr>
          <p:cNvSpPr>
            <a:spLocks noGrp="1"/>
          </p:cNvSpPr>
          <p:nvPr>
            <p:ph type="sldNum" sz="quarter" idx="12"/>
          </p:nvPr>
        </p:nvSpPr>
        <p:spPr/>
        <p:txBody>
          <a:bodyPr/>
          <a:lstStyle/>
          <a:p>
            <a:fld id="{21287583-3159-463A-BBB4-FB4DB704E5AE}" type="slidenum">
              <a:rPr lang="en-US" smtClean="0"/>
              <a:t>‹#›</a:t>
            </a:fld>
            <a:endParaRPr lang="en-US"/>
          </a:p>
        </p:txBody>
      </p:sp>
    </p:spTree>
    <p:extLst>
      <p:ext uri="{BB962C8B-B14F-4D97-AF65-F5344CB8AC3E}">
        <p14:creationId xmlns:p14="http://schemas.microsoft.com/office/powerpoint/2010/main" val="36654589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EE96B-656C-13D2-E0FB-D7DB4F66437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AABD23D-A93E-B989-03AE-617E2407A0D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9A50976-6813-372C-B271-658E9AE03126}"/>
              </a:ext>
            </a:extLst>
          </p:cNvPr>
          <p:cNvSpPr>
            <a:spLocks noGrp="1"/>
          </p:cNvSpPr>
          <p:nvPr>
            <p:ph type="dt" sz="half" idx="10"/>
          </p:nvPr>
        </p:nvSpPr>
        <p:spPr/>
        <p:txBody>
          <a:bodyPr/>
          <a:lstStyle/>
          <a:p>
            <a:fld id="{EA81DEC6-5C2C-414C-8E92-983C5AC92D6E}" type="datetimeFigureOut">
              <a:rPr lang="en-US" smtClean="0"/>
              <a:t>12/24/2025</a:t>
            </a:fld>
            <a:endParaRPr lang="en-US"/>
          </a:p>
        </p:txBody>
      </p:sp>
      <p:sp>
        <p:nvSpPr>
          <p:cNvPr id="5" name="Footer Placeholder 4">
            <a:extLst>
              <a:ext uri="{FF2B5EF4-FFF2-40B4-BE49-F238E27FC236}">
                <a16:creationId xmlns:a16="http://schemas.microsoft.com/office/drawing/2014/main" id="{0FE440A9-8175-5B62-F125-C1E3ADF76D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9D881F-DAE0-D77C-D084-169B2C0F25FB}"/>
              </a:ext>
            </a:extLst>
          </p:cNvPr>
          <p:cNvSpPr>
            <a:spLocks noGrp="1"/>
          </p:cNvSpPr>
          <p:nvPr>
            <p:ph type="sldNum" sz="quarter" idx="12"/>
          </p:nvPr>
        </p:nvSpPr>
        <p:spPr/>
        <p:txBody>
          <a:bodyPr/>
          <a:lstStyle/>
          <a:p>
            <a:fld id="{21287583-3159-463A-BBB4-FB4DB704E5AE}" type="slidenum">
              <a:rPr lang="en-US" smtClean="0"/>
              <a:t>‹#›</a:t>
            </a:fld>
            <a:endParaRPr lang="en-US"/>
          </a:p>
        </p:txBody>
      </p:sp>
    </p:spTree>
    <p:extLst>
      <p:ext uri="{BB962C8B-B14F-4D97-AF65-F5344CB8AC3E}">
        <p14:creationId xmlns:p14="http://schemas.microsoft.com/office/powerpoint/2010/main" val="7966058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93C68FE-466C-AC4D-668A-5E8E775265C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3855354-DA39-D7EA-96CF-91A0308E79C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B09E46-8C78-1773-FDD2-B8033108D7E7}"/>
              </a:ext>
            </a:extLst>
          </p:cNvPr>
          <p:cNvSpPr>
            <a:spLocks noGrp="1"/>
          </p:cNvSpPr>
          <p:nvPr>
            <p:ph type="dt" sz="half" idx="10"/>
          </p:nvPr>
        </p:nvSpPr>
        <p:spPr/>
        <p:txBody>
          <a:bodyPr/>
          <a:lstStyle/>
          <a:p>
            <a:fld id="{EA81DEC6-5C2C-414C-8E92-983C5AC92D6E}" type="datetimeFigureOut">
              <a:rPr lang="en-US" smtClean="0"/>
              <a:t>12/24/2025</a:t>
            </a:fld>
            <a:endParaRPr lang="en-US"/>
          </a:p>
        </p:txBody>
      </p:sp>
      <p:sp>
        <p:nvSpPr>
          <p:cNvPr id="5" name="Footer Placeholder 4">
            <a:extLst>
              <a:ext uri="{FF2B5EF4-FFF2-40B4-BE49-F238E27FC236}">
                <a16:creationId xmlns:a16="http://schemas.microsoft.com/office/drawing/2014/main" id="{6A86F530-CA17-684D-CE4C-7DF442B153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346AB1-7727-A555-A813-55313330EFD8}"/>
              </a:ext>
            </a:extLst>
          </p:cNvPr>
          <p:cNvSpPr>
            <a:spLocks noGrp="1"/>
          </p:cNvSpPr>
          <p:nvPr>
            <p:ph type="sldNum" sz="quarter" idx="12"/>
          </p:nvPr>
        </p:nvSpPr>
        <p:spPr/>
        <p:txBody>
          <a:bodyPr/>
          <a:lstStyle/>
          <a:p>
            <a:fld id="{21287583-3159-463A-BBB4-FB4DB704E5AE}" type="slidenum">
              <a:rPr lang="en-US" smtClean="0"/>
              <a:t>‹#›</a:t>
            </a:fld>
            <a:endParaRPr lang="en-US"/>
          </a:p>
        </p:txBody>
      </p:sp>
    </p:spTree>
    <p:extLst>
      <p:ext uri="{BB962C8B-B14F-4D97-AF65-F5344CB8AC3E}">
        <p14:creationId xmlns:p14="http://schemas.microsoft.com/office/powerpoint/2010/main" val="2831878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173328-5C24-DB8B-5B32-87A5BADDDC7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788DE9C-7811-7963-F56A-63932171B6D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3798EB-F78E-E948-A11B-B851D9430A5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A81DEC6-5C2C-414C-8E92-983C5AC92D6E}" type="datetimeFigureOut">
              <a:rPr lang="en-US" smtClean="0"/>
              <a:t>12/24/2025</a:t>
            </a:fld>
            <a:endParaRPr lang="en-US"/>
          </a:p>
        </p:txBody>
      </p:sp>
      <p:sp>
        <p:nvSpPr>
          <p:cNvPr id="5" name="Footer Placeholder 4">
            <a:extLst>
              <a:ext uri="{FF2B5EF4-FFF2-40B4-BE49-F238E27FC236}">
                <a16:creationId xmlns:a16="http://schemas.microsoft.com/office/drawing/2014/main" id="{920EC589-3EC7-6B35-6096-C3D2ED3BF47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ADBE7C9-389B-8FB5-6342-EFC89A198D4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1287583-3159-463A-BBB4-FB4DB704E5AE}" type="slidenum">
              <a:rPr lang="en-US" smtClean="0"/>
              <a:t>‹#›</a:t>
            </a:fld>
            <a:endParaRPr lang="en-US"/>
          </a:p>
        </p:txBody>
      </p:sp>
    </p:spTree>
    <p:extLst>
      <p:ext uri="{BB962C8B-B14F-4D97-AF65-F5344CB8AC3E}">
        <p14:creationId xmlns:p14="http://schemas.microsoft.com/office/powerpoint/2010/main" val="27428476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hyperlink" Target="projet.docx"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DB295D-9716-0026-F0E4-B621E05E2461}"/>
              </a:ext>
            </a:extLst>
          </p:cNvPr>
          <p:cNvSpPr>
            <a:spLocks noGrp="1"/>
          </p:cNvSpPr>
          <p:nvPr>
            <p:ph type="ctrTitle"/>
          </p:nvPr>
        </p:nvSpPr>
        <p:spPr>
          <a:xfrm>
            <a:off x="0" y="0"/>
            <a:ext cx="12192000" cy="6857999"/>
          </a:xfrm>
        </p:spPr>
        <p:txBody>
          <a:bodyPr/>
          <a:lstStyle/>
          <a:p>
            <a:br>
              <a:rPr lang="en-US" dirty="0"/>
            </a:br>
            <a:br>
              <a:rPr lang="en-US" dirty="0"/>
            </a:br>
            <a:r>
              <a:rPr lang="en-US" dirty="0"/>
              <a:t>  </a:t>
            </a:r>
          </a:p>
        </p:txBody>
      </p:sp>
      <p:sp>
        <p:nvSpPr>
          <p:cNvPr id="3" name="Subtitle 2">
            <a:extLst>
              <a:ext uri="{FF2B5EF4-FFF2-40B4-BE49-F238E27FC236}">
                <a16:creationId xmlns:a16="http://schemas.microsoft.com/office/drawing/2014/main" id="{D188B1BB-380F-09D6-3454-4D07A7808905}"/>
              </a:ext>
            </a:extLst>
          </p:cNvPr>
          <p:cNvSpPr>
            <a:spLocks noGrp="1"/>
          </p:cNvSpPr>
          <p:nvPr>
            <p:ph type="subTitle" idx="1"/>
          </p:nvPr>
        </p:nvSpPr>
        <p:spPr/>
        <p:txBody>
          <a:bodyPr/>
          <a:lstStyle/>
          <a:p>
            <a:endParaRPr lang="en-US" dirty="0"/>
          </a:p>
          <a:p>
            <a:endParaRPr lang="en-US" dirty="0"/>
          </a:p>
        </p:txBody>
      </p:sp>
      <p:pic>
        <p:nvPicPr>
          <p:cNvPr id="5" name="Picture 4">
            <a:extLst>
              <a:ext uri="{FF2B5EF4-FFF2-40B4-BE49-F238E27FC236}">
                <a16:creationId xmlns:a16="http://schemas.microsoft.com/office/drawing/2014/main" id="{9D06B693-7F12-E2C7-63D0-EC99A46D7B68}"/>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000"/>
                    </a14:imgEffect>
                    <a14:imgEffect>
                      <a14:brightnessContrast bright="-87000" contrast="-40000"/>
                    </a14:imgEffect>
                  </a14:imgLayer>
                </a14:imgProps>
              </a:ext>
              <a:ext uri="{28A0092B-C50C-407E-A947-70E740481C1C}">
                <a14:useLocalDpi xmlns:a14="http://schemas.microsoft.com/office/drawing/2010/main" val="0"/>
              </a:ext>
            </a:extLst>
          </a:blip>
          <a:stretch>
            <a:fillRect/>
          </a:stretch>
        </p:blipFill>
        <p:spPr>
          <a:xfrm>
            <a:off x="0" y="-4761"/>
            <a:ext cx="12192000" cy="6991188"/>
          </a:xfrm>
          <a:prstGeom prst="rect">
            <a:avLst/>
          </a:prstGeom>
        </p:spPr>
      </p:pic>
      <p:sp>
        <p:nvSpPr>
          <p:cNvPr id="6" name="TextBox 5">
            <a:extLst>
              <a:ext uri="{FF2B5EF4-FFF2-40B4-BE49-F238E27FC236}">
                <a16:creationId xmlns:a16="http://schemas.microsoft.com/office/drawing/2014/main" id="{3379F52A-3AF1-CA1C-348F-F6B4C2CAECE3}"/>
              </a:ext>
            </a:extLst>
          </p:cNvPr>
          <p:cNvSpPr txBox="1"/>
          <p:nvPr/>
        </p:nvSpPr>
        <p:spPr>
          <a:xfrm>
            <a:off x="0" y="706531"/>
            <a:ext cx="12191998" cy="1107996"/>
          </a:xfrm>
          <a:prstGeom prst="rect">
            <a:avLst/>
          </a:prstGeom>
          <a:noFill/>
        </p:spPr>
        <p:txBody>
          <a:bodyPr wrap="square" rtlCol="0">
            <a:spAutoFit/>
          </a:bodyPr>
          <a:lstStyle/>
          <a:p>
            <a:pPr algn="ctr"/>
            <a:r>
              <a:rPr lang="en-US" sz="6600" dirty="0">
                <a:solidFill>
                  <a:schemeClr val="bg1"/>
                </a:solidFill>
                <a:effectLst>
                  <a:outerShdw blurRad="38100" dist="38100" dir="2700000" algn="tl">
                    <a:srgbClr val="000000">
                      <a:alpha val="43137"/>
                    </a:srgbClr>
                  </a:outerShdw>
                </a:effectLst>
                <a:latin typeface="Algerian" panose="04020705040A02060702" pitchFamily="82" charset="0"/>
              </a:rPr>
              <a:t>I3301:  GENIE LOGICIEL</a:t>
            </a:r>
          </a:p>
        </p:txBody>
      </p:sp>
      <p:sp>
        <p:nvSpPr>
          <p:cNvPr id="7" name="TextBox 6">
            <a:extLst>
              <a:ext uri="{FF2B5EF4-FFF2-40B4-BE49-F238E27FC236}">
                <a16:creationId xmlns:a16="http://schemas.microsoft.com/office/drawing/2014/main" id="{40DF7EF3-7CF4-424E-1404-3DAE676AFF32}"/>
              </a:ext>
            </a:extLst>
          </p:cNvPr>
          <p:cNvSpPr txBox="1"/>
          <p:nvPr/>
        </p:nvSpPr>
        <p:spPr>
          <a:xfrm>
            <a:off x="0" y="2213281"/>
            <a:ext cx="12192000" cy="2431435"/>
          </a:xfrm>
          <a:prstGeom prst="rect">
            <a:avLst/>
          </a:prstGeom>
          <a:noFill/>
        </p:spPr>
        <p:txBody>
          <a:bodyPr wrap="square" rtlCol="0">
            <a:spAutoFit/>
          </a:bodyPr>
          <a:lstStyle/>
          <a:p>
            <a:pPr algn="ctr"/>
            <a:r>
              <a:rPr lang="en-US" sz="3200" b="1" u="sng" dirty="0">
                <a:solidFill>
                  <a:schemeClr val="accent4">
                    <a:lumMod val="20000"/>
                    <a:lumOff val="80000"/>
                  </a:schemeClr>
                </a:solidFill>
                <a:latin typeface="Algerian" panose="04020705040A02060702" pitchFamily="82" charset="0"/>
              </a:rPr>
              <a:t>NOM  DES ETUDIANTS:</a:t>
            </a:r>
          </a:p>
          <a:p>
            <a:pPr algn="ctr"/>
            <a:r>
              <a:rPr lang="fr-FR" sz="4000" b="1" dirty="0">
                <a:solidFill>
                  <a:schemeClr val="accent4">
                    <a:lumMod val="20000"/>
                    <a:lumOff val="80000"/>
                  </a:schemeClr>
                </a:solidFill>
                <a:effectLst>
                  <a:outerShdw blurRad="38100" dist="38100" dir="2700000" algn="tl">
                    <a:srgbClr val="000000">
                      <a:alpha val="43137"/>
                    </a:srgbClr>
                  </a:outerShdw>
                </a:effectLst>
                <a:latin typeface="Andalus" panose="02020603050405020304" pitchFamily="18" charset="-78"/>
                <a:cs typeface="Andalus" panose="02020603050405020304" pitchFamily="18" charset="-78"/>
              </a:rPr>
              <a:t>Layan Obeid(31105)</a:t>
            </a:r>
          </a:p>
          <a:p>
            <a:pPr algn="ctr"/>
            <a:r>
              <a:rPr lang="fr-FR" sz="4000" b="1" dirty="0">
                <a:solidFill>
                  <a:schemeClr val="accent4">
                    <a:lumMod val="20000"/>
                    <a:lumOff val="80000"/>
                  </a:schemeClr>
                </a:solidFill>
                <a:effectLst>
                  <a:outerShdw blurRad="38100" dist="38100" dir="2700000" algn="tl">
                    <a:srgbClr val="000000">
                      <a:alpha val="43137"/>
                    </a:srgbClr>
                  </a:outerShdw>
                </a:effectLst>
                <a:latin typeface="Andalus" panose="02020603050405020304" pitchFamily="18" charset="-78"/>
                <a:cs typeface="Andalus" panose="02020603050405020304" pitchFamily="18" charset="-78"/>
              </a:rPr>
              <a:t>Maria al masri(32503)</a:t>
            </a:r>
          </a:p>
          <a:p>
            <a:pPr algn="ctr"/>
            <a:r>
              <a:rPr lang="fr-FR" sz="4000" b="1" dirty="0">
                <a:solidFill>
                  <a:schemeClr val="accent4">
                    <a:lumMod val="20000"/>
                    <a:lumOff val="80000"/>
                  </a:schemeClr>
                </a:solidFill>
                <a:effectLst>
                  <a:outerShdw blurRad="38100" dist="38100" dir="2700000" algn="tl">
                    <a:srgbClr val="000000">
                      <a:alpha val="43137"/>
                    </a:srgbClr>
                  </a:outerShdw>
                </a:effectLst>
                <a:latin typeface="Andalus" panose="02020603050405020304" pitchFamily="18" charset="-78"/>
                <a:cs typeface="Andalus" panose="02020603050405020304" pitchFamily="18" charset="-78"/>
              </a:rPr>
              <a:t>ranim </a:t>
            </a:r>
            <a:r>
              <a:rPr lang="fr-FR" sz="4000" b="1" dirty="0" err="1">
                <a:solidFill>
                  <a:schemeClr val="accent4">
                    <a:lumMod val="20000"/>
                    <a:lumOff val="80000"/>
                  </a:schemeClr>
                </a:solidFill>
                <a:effectLst>
                  <a:outerShdw blurRad="38100" dist="38100" dir="2700000" algn="tl">
                    <a:srgbClr val="000000">
                      <a:alpha val="43137"/>
                    </a:srgbClr>
                  </a:outerShdw>
                </a:effectLst>
                <a:latin typeface="Andalus" panose="02020603050405020304" pitchFamily="18" charset="-78"/>
                <a:cs typeface="Andalus" panose="02020603050405020304" pitchFamily="18" charset="-78"/>
              </a:rPr>
              <a:t>yahya</a:t>
            </a:r>
            <a:r>
              <a:rPr lang="fr-FR" sz="4000" b="1" dirty="0">
                <a:solidFill>
                  <a:schemeClr val="accent4">
                    <a:lumMod val="20000"/>
                    <a:lumOff val="80000"/>
                  </a:schemeClr>
                </a:solidFill>
                <a:effectLst>
                  <a:outerShdw blurRad="38100" dist="38100" dir="2700000" algn="tl">
                    <a:srgbClr val="000000">
                      <a:alpha val="43137"/>
                    </a:srgbClr>
                  </a:outerShdw>
                </a:effectLst>
                <a:latin typeface="Andalus" panose="02020603050405020304" pitchFamily="18" charset="-78"/>
                <a:cs typeface="Andalus" panose="02020603050405020304" pitchFamily="18" charset="-78"/>
              </a:rPr>
              <a:t>(32883)</a:t>
            </a:r>
            <a:endParaRPr lang="en-US" sz="4000" b="1" dirty="0">
              <a:solidFill>
                <a:schemeClr val="accent4">
                  <a:lumMod val="20000"/>
                  <a:lumOff val="80000"/>
                </a:schemeClr>
              </a:solidFill>
              <a:effectLst>
                <a:outerShdw blurRad="38100" dist="38100" dir="2700000" algn="tl">
                  <a:srgbClr val="000000">
                    <a:alpha val="43137"/>
                  </a:srgbClr>
                </a:outerShdw>
              </a:effectLst>
              <a:latin typeface="Andalus" panose="02020603050405020304" pitchFamily="18" charset="-78"/>
              <a:cs typeface="Andalus" panose="02020603050405020304" pitchFamily="18" charset="-78"/>
            </a:endParaRPr>
          </a:p>
        </p:txBody>
      </p:sp>
      <p:sp>
        <p:nvSpPr>
          <p:cNvPr id="9" name="TextBox 8">
            <a:extLst>
              <a:ext uri="{FF2B5EF4-FFF2-40B4-BE49-F238E27FC236}">
                <a16:creationId xmlns:a16="http://schemas.microsoft.com/office/drawing/2014/main" id="{35D3911E-E230-BE72-8A2D-35260A224F60}"/>
              </a:ext>
            </a:extLst>
          </p:cNvPr>
          <p:cNvSpPr txBox="1"/>
          <p:nvPr/>
        </p:nvSpPr>
        <p:spPr>
          <a:xfrm>
            <a:off x="-1" y="4937055"/>
            <a:ext cx="12191999" cy="1323439"/>
          </a:xfrm>
          <a:prstGeom prst="rect">
            <a:avLst/>
          </a:prstGeom>
          <a:noFill/>
        </p:spPr>
        <p:txBody>
          <a:bodyPr wrap="square" rtlCol="0">
            <a:spAutoFit/>
          </a:bodyPr>
          <a:lstStyle/>
          <a:p>
            <a:pPr algn="ctr"/>
            <a:r>
              <a:rPr lang="en-US" sz="4000" u="sng" dirty="0">
                <a:solidFill>
                  <a:schemeClr val="accent1">
                    <a:lumMod val="40000"/>
                    <a:lumOff val="60000"/>
                  </a:schemeClr>
                </a:solidFill>
                <a:effectLst>
                  <a:outerShdw blurRad="38100" dist="38100" dir="2700000" algn="tl">
                    <a:srgbClr val="000000">
                      <a:alpha val="43137"/>
                    </a:srgbClr>
                  </a:outerShdw>
                </a:effectLst>
                <a:latin typeface="Algerian" panose="04020705040A02060702" pitchFamily="82" charset="0"/>
              </a:rPr>
              <a:t>ENCADRANT: </a:t>
            </a:r>
          </a:p>
          <a:p>
            <a:pPr algn="ctr"/>
            <a:r>
              <a:rPr lang="en-US" sz="4000" dirty="0">
                <a:solidFill>
                  <a:schemeClr val="accent1">
                    <a:lumMod val="40000"/>
                    <a:lumOff val="60000"/>
                  </a:schemeClr>
                </a:solidFill>
              </a:rPr>
              <a:t> </a:t>
            </a:r>
            <a:r>
              <a:rPr lang="fr-FR" sz="4000" b="1" dirty="0">
                <a:solidFill>
                  <a:schemeClr val="accent1">
                    <a:lumMod val="40000"/>
                    <a:lumOff val="60000"/>
                  </a:schemeClr>
                </a:solidFill>
                <a:effectLst>
                  <a:outerShdw blurRad="38100" dist="38100" dir="2700000" algn="tl">
                    <a:srgbClr val="000000">
                      <a:alpha val="43137"/>
                    </a:srgbClr>
                  </a:outerShdw>
                </a:effectLst>
                <a:latin typeface="Andalus" panose="02020603050405020304" pitchFamily="18" charset="-78"/>
                <a:cs typeface="Andalus" panose="02020603050405020304" pitchFamily="18" charset="-78"/>
              </a:rPr>
              <a:t>Dr Mostafa al hajj</a:t>
            </a:r>
            <a:endParaRPr lang="en-US" sz="4000" dirty="0">
              <a:solidFill>
                <a:schemeClr val="accent1">
                  <a:lumMod val="40000"/>
                  <a:lumOff val="60000"/>
                </a:schemeClr>
              </a:solidFill>
              <a:effectLst>
                <a:outerShdw blurRad="38100" dist="38100" dir="2700000" algn="tl">
                  <a:srgbClr val="000000">
                    <a:alpha val="43137"/>
                  </a:srgbClr>
                </a:outerShdw>
              </a:effectLst>
              <a:latin typeface="Andalus" panose="02020603050405020304" pitchFamily="18" charset="-78"/>
              <a:cs typeface="Andalus" panose="02020603050405020304" pitchFamily="18" charset="-78"/>
            </a:endParaRPr>
          </a:p>
        </p:txBody>
      </p:sp>
    </p:spTree>
    <p:extLst>
      <p:ext uri="{BB962C8B-B14F-4D97-AF65-F5344CB8AC3E}">
        <p14:creationId xmlns:p14="http://schemas.microsoft.com/office/powerpoint/2010/main" val="4294263485"/>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52077D2B-14A0-CFA1-FB72-4E4A03763C65}"/>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43000" contrast="-57000"/>
                    </a14:imgEffect>
                  </a14:imgLayer>
                </a14:imgProps>
              </a:ext>
              <a:ext uri="{28A0092B-C50C-407E-A947-70E740481C1C}">
                <a14:useLocalDpi xmlns:a14="http://schemas.microsoft.com/office/drawing/2010/main" val="0"/>
              </a:ext>
            </a:extLst>
          </a:blip>
          <a:stretch>
            <a:fillRect/>
          </a:stretch>
        </p:blipFill>
        <p:spPr>
          <a:xfrm>
            <a:off x="-1" y="0"/>
            <a:ext cx="12191999" cy="8054561"/>
          </a:xfrm>
          <a:prstGeom prst="rect">
            <a:avLst/>
          </a:prstGeom>
        </p:spPr>
      </p:pic>
      <p:sp>
        <p:nvSpPr>
          <p:cNvPr id="2" name="Title 1">
            <a:extLst>
              <a:ext uri="{FF2B5EF4-FFF2-40B4-BE49-F238E27FC236}">
                <a16:creationId xmlns:a16="http://schemas.microsoft.com/office/drawing/2014/main" id="{0C394B49-F264-65B0-B149-9B4C09201763}"/>
              </a:ext>
            </a:extLst>
          </p:cNvPr>
          <p:cNvSpPr>
            <a:spLocks noGrp="1"/>
          </p:cNvSpPr>
          <p:nvPr>
            <p:ph type="title"/>
          </p:nvPr>
        </p:nvSpPr>
        <p:spPr>
          <a:xfrm>
            <a:off x="0" y="0"/>
            <a:ext cx="12192000" cy="6780943"/>
          </a:xfrm>
        </p:spPr>
        <p:txBody>
          <a:bodyPr/>
          <a:lstStyle/>
          <a:p>
            <a:r>
              <a:rPr lang="en-US" dirty="0"/>
              <a:t> </a:t>
            </a:r>
            <a:br>
              <a:rPr lang="en-US" dirty="0"/>
            </a:br>
            <a:endParaRPr lang="en-US" dirty="0"/>
          </a:p>
        </p:txBody>
      </p:sp>
      <p:sp>
        <p:nvSpPr>
          <p:cNvPr id="7" name="TextBox 6">
            <a:extLst>
              <a:ext uri="{FF2B5EF4-FFF2-40B4-BE49-F238E27FC236}">
                <a16:creationId xmlns:a16="http://schemas.microsoft.com/office/drawing/2014/main" id="{7DCAF4AC-0B81-634E-E364-BADE9FE04B7D}"/>
              </a:ext>
            </a:extLst>
          </p:cNvPr>
          <p:cNvSpPr txBox="1"/>
          <p:nvPr/>
        </p:nvSpPr>
        <p:spPr>
          <a:xfrm>
            <a:off x="357024" y="2159052"/>
            <a:ext cx="11477948" cy="2308324"/>
          </a:xfrm>
          <a:prstGeom prst="rect">
            <a:avLst/>
          </a:prstGeom>
          <a:blipFill>
            <a:blip r:embed="rId4"/>
            <a:tile tx="0" ty="0" sx="100000" sy="100000" flip="none" algn="tl"/>
          </a:blipFill>
        </p:spPr>
        <p:txBody>
          <a:bodyPr wrap="square">
            <a:spAutoFit/>
          </a:bodyPr>
          <a:lstStyle/>
          <a:p>
            <a:r>
              <a:rPr lang="fr-FR" sz="2400" b="1" dirty="0">
                <a:solidFill>
                  <a:srgbClr val="0070C0"/>
                </a:solidFill>
                <a:latin typeface="Andalus" panose="02020603050405020304" pitchFamily="18" charset="-78"/>
                <a:cs typeface="Andalus" panose="02020603050405020304" pitchFamily="18" charset="-78"/>
              </a:rPr>
              <a:t>Le système eBank est :</a:t>
            </a:r>
          </a:p>
          <a:p>
            <a:r>
              <a:rPr lang="fr-FR" sz="2400" b="1" dirty="0">
                <a:solidFill>
                  <a:srgbClr val="0070C0"/>
                </a:solidFill>
                <a:latin typeface="Andalus" panose="02020603050405020304" pitchFamily="18" charset="-78"/>
                <a:cs typeface="Andalus" panose="02020603050405020304" pitchFamily="18" charset="-78"/>
              </a:rPr>
              <a:t>une application bancaire en ligne moderne qui permet aux clients d’effectuer toutes leurs opérations financières de manière rapide, sécurisée et intuitive.</a:t>
            </a:r>
          </a:p>
          <a:p>
            <a:r>
              <a:rPr lang="fr-FR" sz="2400" b="1" dirty="0">
                <a:solidFill>
                  <a:srgbClr val="0070C0"/>
                </a:solidFill>
                <a:latin typeface="Andalus" panose="02020603050405020304" pitchFamily="18" charset="-78"/>
                <a:cs typeface="Andalus" panose="02020603050405020304" pitchFamily="18" charset="-78"/>
              </a:rPr>
              <a:t>Elle vise à:</a:t>
            </a:r>
          </a:p>
          <a:p>
            <a:r>
              <a:rPr lang="fr-FR" sz="2400" b="1" dirty="0">
                <a:solidFill>
                  <a:srgbClr val="0070C0"/>
                </a:solidFill>
                <a:latin typeface="Andalus" panose="02020603050405020304" pitchFamily="18" charset="-78"/>
                <a:cs typeface="Andalus" panose="02020603050405020304" pitchFamily="18" charset="-78"/>
              </a:rPr>
              <a:t>remplacer les démarches traditionnelles en </a:t>
            </a:r>
            <a:r>
              <a:rPr lang="fr-FR" sz="2400" b="1" dirty="0" err="1">
                <a:solidFill>
                  <a:srgbClr val="0070C0"/>
                </a:solidFill>
                <a:latin typeface="Andalus" panose="02020603050405020304" pitchFamily="18" charset="-78"/>
                <a:cs typeface="Andalus" panose="02020603050405020304" pitchFamily="18" charset="-78"/>
              </a:rPr>
              <a:t>agencepar</a:t>
            </a:r>
            <a:r>
              <a:rPr lang="fr-FR" sz="2400" b="1" dirty="0">
                <a:solidFill>
                  <a:srgbClr val="0070C0"/>
                </a:solidFill>
                <a:latin typeface="Andalus" panose="02020603050405020304" pitchFamily="18" charset="-78"/>
                <a:cs typeface="Andalus" panose="02020603050405020304" pitchFamily="18" charset="-78"/>
              </a:rPr>
              <a:t> une interface numérique accessible 24h/24 et 7j/7 via le web ou une application mobile.</a:t>
            </a:r>
          </a:p>
        </p:txBody>
      </p:sp>
    </p:spTree>
    <p:extLst>
      <p:ext uri="{BB962C8B-B14F-4D97-AF65-F5344CB8AC3E}">
        <p14:creationId xmlns:p14="http://schemas.microsoft.com/office/powerpoint/2010/main" val="270444634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D72467-5BFA-F5B1-172D-D4A79AB318BA}"/>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B1730C55-F33F-1183-A31D-CB00E3CDD1E9}"/>
              </a:ext>
            </a:extLst>
          </p:cNvPr>
          <p:cNvSpPr>
            <a:spLocks noGrp="1"/>
          </p:cNvSpPr>
          <p:nvPr>
            <p:ph idx="1"/>
          </p:nvPr>
        </p:nvSpPr>
        <p:spPr>
          <a:xfrm>
            <a:off x="0" y="0"/>
            <a:ext cx="12192000" cy="6858000"/>
          </a:xfrm>
        </p:spPr>
        <p:txBody>
          <a:bodyPr/>
          <a:lstStyle/>
          <a:p>
            <a:pPr marL="0" indent="0">
              <a:buNone/>
            </a:pPr>
            <a:r>
              <a:rPr lang="en-US" dirty="0"/>
              <a:t> </a:t>
            </a:r>
          </a:p>
        </p:txBody>
      </p:sp>
      <p:pic>
        <p:nvPicPr>
          <p:cNvPr id="7" name="Picture 6">
            <a:extLst>
              <a:ext uri="{FF2B5EF4-FFF2-40B4-BE49-F238E27FC236}">
                <a16:creationId xmlns:a16="http://schemas.microsoft.com/office/drawing/2014/main" id="{F5F100B9-B91A-3586-3D5E-D7B17D4F92C5}"/>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32000" contrast="-62000"/>
                    </a14:imgEffect>
                  </a14:imgLayer>
                </a14:imgProps>
              </a:ext>
              <a:ext uri="{28A0092B-C50C-407E-A947-70E740481C1C}">
                <a14:useLocalDpi xmlns:a14="http://schemas.microsoft.com/office/drawing/2010/main" val="0"/>
              </a:ext>
            </a:extLst>
          </a:blip>
          <a:stretch>
            <a:fillRect/>
          </a:stretch>
        </p:blipFill>
        <p:spPr>
          <a:xfrm>
            <a:off x="-1" y="-1"/>
            <a:ext cx="12191999" cy="7397393"/>
          </a:xfrm>
          <a:prstGeom prst="rect">
            <a:avLst/>
          </a:prstGeom>
        </p:spPr>
      </p:pic>
      <p:sp>
        <p:nvSpPr>
          <p:cNvPr id="5" name="TextBox 4">
            <a:extLst>
              <a:ext uri="{FF2B5EF4-FFF2-40B4-BE49-F238E27FC236}">
                <a16:creationId xmlns:a16="http://schemas.microsoft.com/office/drawing/2014/main" id="{3913FBFD-EEA2-A1A9-1A7F-3159AA85BF4E}"/>
              </a:ext>
            </a:extLst>
          </p:cNvPr>
          <p:cNvSpPr txBox="1"/>
          <p:nvPr/>
        </p:nvSpPr>
        <p:spPr>
          <a:xfrm>
            <a:off x="244865" y="365124"/>
            <a:ext cx="11702265" cy="6247864"/>
          </a:xfrm>
          <a:prstGeom prst="rect">
            <a:avLst/>
          </a:prstGeom>
          <a:solidFill>
            <a:schemeClr val="bg2"/>
          </a:solidFill>
        </p:spPr>
        <p:txBody>
          <a:bodyPr wrap="square">
            <a:spAutoFit/>
          </a:bodyPr>
          <a:lstStyle/>
          <a:p>
            <a:r>
              <a:rPr lang="fr-FR" sz="2000" b="1" dirty="0">
                <a:latin typeface="Andalus" panose="02020603050405020304" pitchFamily="18" charset="-78"/>
                <a:cs typeface="Andalus" panose="02020603050405020304" pitchFamily="18" charset="-78"/>
              </a:rPr>
              <a:t>Lorsqu’un nouvel utilisateur souhaite accéder au service, il doit d’abord créer un compte sur la plateforme.</a:t>
            </a:r>
          </a:p>
          <a:p>
            <a:r>
              <a:rPr lang="fr-FR" sz="2000" b="1" dirty="0">
                <a:latin typeface="Andalus" panose="02020603050405020304" pitchFamily="18" charset="-78"/>
                <a:cs typeface="Andalus" panose="02020603050405020304" pitchFamily="18" charset="-78"/>
              </a:rPr>
              <a:t>Le processus d’inscription exige la saisie d’informations personnelles telles que le nom complet, le numéro de téléphone, l’adresse e-mail, l’adresse de résidence, le lieu de travail ainsi qu’une photo d’identité.</a:t>
            </a:r>
          </a:p>
          <a:p>
            <a:r>
              <a:rPr lang="fr-FR" sz="2000" b="1" dirty="0">
                <a:latin typeface="Andalus" panose="02020603050405020304" pitchFamily="18" charset="-78"/>
                <a:cs typeface="Andalus" panose="02020603050405020304" pitchFamily="18" charset="-78"/>
              </a:rPr>
              <a:t>Ces données permettent de vérifier son identité et de garantir la conformité avec les règles bancaires (KYC – Know Your Customer).</a:t>
            </a:r>
          </a:p>
          <a:p>
            <a:r>
              <a:rPr lang="fr-FR" sz="2000" b="1" dirty="0">
                <a:latin typeface="Andalus" panose="02020603050405020304" pitchFamily="18" charset="-78"/>
                <a:cs typeface="Andalus" panose="02020603050405020304" pitchFamily="18" charset="-78"/>
              </a:rPr>
              <a:t>Une fois le dossier validé par le système, le client reçoit un identifiant et peut définir son mot de passe personnel.</a:t>
            </a:r>
          </a:p>
          <a:p>
            <a:r>
              <a:rPr lang="fr-FR" sz="2000" b="1" dirty="0">
                <a:latin typeface="Andalus" panose="02020603050405020304" pitchFamily="18" charset="-78"/>
                <a:cs typeface="Andalus" panose="02020603050405020304" pitchFamily="18" charset="-78"/>
              </a:rPr>
              <a:t>Pour accéder à son espace personnel, le client saisit son identifiant et son mot de passe.</a:t>
            </a:r>
          </a:p>
          <a:p>
            <a:r>
              <a:rPr lang="fr-FR" sz="2000" b="1" dirty="0">
                <a:latin typeface="Andalus" panose="02020603050405020304" pitchFamily="18" charset="-78"/>
                <a:cs typeface="Andalus" panose="02020603050405020304" pitchFamily="18" charset="-78"/>
              </a:rPr>
              <a:t>Une double authentification est ensuite demandée via un code OTP envoyé par SMS ou e-mail afin d’assurer un niveau de sécurité élevé.</a:t>
            </a:r>
          </a:p>
          <a:p>
            <a:r>
              <a:rPr lang="fr-FR" sz="2000" b="1" dirty="0">
                <a:latin typeface="Andalus" panose="02020603050405020304" pitchFamily="18" charset="-78"/>
                <a:cs typeface="Andalus" panose="02020603050405020304" pitchFamily="18" charset="-78"/>
              </a:rPr>
              <a:t>Une fois connecté, le client peut consulter ses comptes, effectuer des opérations et gérer ses paramètres personnels.</a:t>
            </a:r>
          </a:p>
          <a:p>
            <a:r>
              <a:rPr lang="fr-FR" sz="2000" b="1" dirty="0">
                <a:latin typeface="Andalus" panose="02020603050405020304" pitchFamily="18" charset="-78"/>
                <a:cs typeface="Andalus" panose="02020603050405020304" pitchFamily="18" charset="-78"/>
              </a:rPr>
              <a:t>L’utilisateur peut visualiser la liste de ses comptes (courant, épargne, carte, etc.) avec leur solde actualisé en temps réel.</a:t>
            </a:r>
          </a:p>
          <a:p>
            <a:r>
              <a:rPr lang="fr-FR" sz="2000" b="1" dirty="0">
                <a:latin typeface="Andalus" panose="02020603050405020304" pitchFamily="18" charset="-78"/>
                <a:cs typeface="Andalus" panose="02020603050405020304" pitchFamily="18" charset="-78"/>
              </a:rPr>
              <a:t>Le système offre la possibilité de consulter les détails des mouvements, les intérêts cumulés, ainsi que le plafond de dépenses autorisé.</a:t>
            </a:r>
          </a:p>
          <a:p>
            <a:r>
              <a:rPr lang="fr-FR" sz="2000" b="1" dirty="0">
                <a:latin typeface="Andalus" panose="02020603050405020304" pitchFamily="18" charset="-78"/>
                <a:cs typeface="Andalus" panose="02020603050405020304" pitchFamily="18" charset="-78"/>
              </a:rPr>
              <a:t>Les clients peuvent également paramétrer des alertes automatiques (par e-mail ou notification) pour être informés des retraits, virements ou paiements effectués.</a:t>
            </a:r>
          </a:p>
          <a:p>
            <a:r>
              <a:rPr lang="fr-FR" sz="2000" b="1" dirty="0">
                <a:latin typeface="Andalus" panose="02020603050405020304" pitchFamily="18" charset="-78"/>
                <a:cs typeface="Andalus" panose="02020603050405020304" pitchFamily="18" charset="-78"/>
              </a:rPr>
              <a:t>Le client peut transférer de l’argent soit :</a:t>
            </a:r>
            <a:endParaRPr lang="en-US" sz="2000" b="1" dirty="0">
              <a:latin typeface="Andalus" panose="02020603050405020304" pitchFamily="18" charset="-78"/>
              <a:cs typeface="Andalus" panose="02020603050405020304" pitchFamily="18" charset="-78"/>
            </a:endParaRPr>
          </a:p>
          <a:p>
            <a:r>
              <a:rPr lang="fr-FR" sz="2000" b="1" dirty="0">
                <a:latin typeface="Andalus" panose="02020603050405020304" pitchFamily="18" charset="-78"/>
                <a:cs typeface="Andalus" panose="02020603050405020304" pitchFamily="18" charset="-78"/>
              </a:rPr>
              <a:t>Vers un autre compte du même client, vers un autre client du même établissement bancaire, ou vers un compte externe dans une autre banque. Pour chaque transfert, il saisit le montant, le bénéficiaire, la référence et le motif.</a:t>
            </a:r>
            <a:endParaRPr lang="en-US" sz="2000" b="1" dirty="0">
              <a:latin typeface="Andalus" panose="02020603050405020304" pitchFamily="18" charset="-78"/>
              <a:cs typeface="Andalus" panose="02020603050405020304" pitchFamily="18" charset="-78"/>
            </a:endParaRPr>
          </a:p>
        </p:txBody>
      </p:sp>
    </p:spTree>
    <p:extLst>
      <p:ext uri="{BB962C8B-B14F-4D97-AF65-F5344CB8AC3E}">
        <p14:creationId xmlns:p14="http://schemas.microsoft.com/office/powerpoint/2010/main" val="280571473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0DA800-2FF8-7D4E-58CA-C4197494A8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319B64-32B1-CA84-7D3D-45D53E8A5142}"/>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9A265901-028F-C84A-F08C-3E09911AA05B}"/>
              </a:ext>
            </a:extLst>
          </p:cNvPr>
          <p:cNvSpPr>
            <a:spLocks noGrp="1"/>
          </p:cNvSpPr>
          <p:nvPr>
            <p:ph idx="1"/>
          </p:nvPr>
        </p:nvSpPr>
        <p:spPr>
          <a:xfrm>
            <a:off x="0" y="0"/>
            <a:ext cx="12192000" cy="6858000"/>
          </a:xfrm>
        </p:spPr>
        <p:txBody>
          <a:bodyPr/>
          <a:lstStyle/>
          <a:p>
            <a:pPr marL="0" indent="0">
              <a:buNone/>
            </a:pPr>
            <a:r>
              <a:rPr lang="en-US" dirty="0"/>
              <a:t> </a:t>
            </a:r>
          </a:p>
        </p:txBody>
      </p:sp>
      <p:pic>
        <p:nvPicPr>
          <p:cNvPr id="7" name="Picture 6">
            <a:extLst>
              <a:ext uri="{FF2B5EF4-FFF2-40B4-BE49-F238E27FC236}">
                <a16:creationId xmlns:a16="http://schemas.microsoft.com/office/drawing/2014/main" id="{5C8A4347-2485-98BB-7985-AD70EA12F587}"/>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32000" contrast="-62000"/>
                    </a14:imgEffect>
                  </a14:imgLayer>
                </a14:imgProps>
              </a:ext>
              <a:ext uri="{28A0092B-C50C-407E-A947-70E740481C1C}">
                <a14:useLocalDpi xmlns:a14="http://schemas.microsoft.com/office/drawing/2010/main" val="0"/>
              </a:ext>
            </a:extLst>
          </a:blip>
          <a:stretch>
            <a:fillRect/>
          </a:stretch>
        </p:blipFill>
        <p:spPr>
          <a:xfrm>
            <a:off x="-1" y="-1"/>
            <a:ext cx="12191999" cy="7397393"/>
          </a:xfrm>
          <a:prstGeom prst="rect">
            <a:avLst/>
          </a:prstGeom>
        </p:spPr>
      </p:pic>
      <p:sp>
        <p:nvSpPr>
          <p:cNvPr id="5" name="TextBox 4">
            <a:extLst>
              <a:ext uri="{FF2B5EF4-FFF2-40B4-BE49-F238E27FC236}">
                <a16:creationId xmlns:a16="http://schemas.microsoft.com/office/drawing/2014/main" id="{F9FB9B88-7B08-E146-283A-2AFE78CAB3E4}"/>
              </a:ext>
            </a:extLst>
          </p:cNvPr>
          <p:cNvSpPr txBox="1"/>
          <p:nvPr/>
        </p:nvSpPr>
        <p:spPr>
          <a:xfrm>
            <a:off x="244865" y="243556"/>
            <a:ext cx="11702265" cy="6247864"/>
          </a:xfrm>
          <a:prstGeom prst="rect">
            <a:avLst/>
          </a:prstGeom>
          <a:solidFill>
            <a:schemeClr val="bg1"/>
          </a:solidFill>
        </p:spPr>
        <p:txBody>
          <a:bodyPr wrap="square">
            <a:spAutoFit/>
          </a:bodyPr>
          <a:lstStyle/>
          <a:p>
            <a:r>
              <a:rPr lang="fr-FR" sz="2000" b="1" dirty="0">
                <a:latin typeface="Andalus" panose="02020603050405020304" pitchFamily="18" charset="-78"/>
                <a:cs typeface="Andalus" panose="02020603050405020304" pitchFamily="18" charset="-78"/>
              </a:rPr>
              <a:t>Le système lui demande ensuite de confirmer l’opération par un mot de passe transactionnel et un code OTP.</a:t>
            </a:r>
            <a:endParaRPr lang="en-US" sz="2000" b="1" dirty="0">
              <a:latin typeface="Andalus" panose="02020603050405020304" pitchFamily="18" charset="-78"/>
              <a:cs typeface="Andalus" panose="02020603050405020304" pitchFamily="18" charset="-78"/>
            </a:endParaRPr>
          </a:p>
          <a:p>
            <a:r>
              <a:rPr lang="fr-FR" sz="2000" b="1" dirty="0">
                <a:latin typeface="Andalus" panose="02020603050405020304" pitchFamily="18" charset="-78"/>
                <a:cs typeface="Andalus" panose="02020603050405020304" pitchFamily="18" charset="-78"/>
              </a:rPr>
              <a:t>Une fois validée, l’opération est enregistrée dans l’historique et une notification est envoyée au client. Chaque client dispose d’un historique détaillé de toutes ses opérations : retraits, dépôts, transferts, paiements, et création de </a:t>
            </a:r>
            <a:r>
              <a:rPr lang="fr-FR" sz="2000" b="1" dirty="0" err="1">
                <a:latin typeface="Andalus" panose="02020603050405020304" pitchFamily="18" charset="-78"/>
                <a:cs typeface="Andalus" panose="02020603050405020304" pitchFamily="18" charset="-78"/>
              </a:rPr>
              <a:t>vouchers.L’historique</a:t>
            </a:r>
            <a:r>
              <a:rPr lang="fr-FR" sz="2000" b="1" dirty="0">
                <a:latin typeface="Andalus" panose="02020603050405020304" pitchFamily="18" charset="-78"/>
                <a:cs typeface="Andalus" panose="02020603050405020304" pitchFamily="18" charset="-78"/>
              </a:rPr>
              <a:t> peut être filtré par type d’opération, date ou montant.</a:t>
            </a:r>
            <a:endParaRPr lang="en-US" sz="2000" b="1" dirty="0">
              <a:latin typeface="Andalus" panose="02020603050405020304" pitchFamily="18" charset="-78"/>
              <a:cs typeface="Andalus" panose="02020603050405020304" pitchFamily="18" charset="-78"/>
            </a:endParaRPr>
          </a:p>
          <a:p>
            <a:r>
              <a:rPr lang="fr-FR" sz="2000" b="1" dirty="0">
                <a:latin typeface="Andalus" panose="02020603050405020304" pitchFamily="18" charset="-78"/>
                <a:cs typeface="Andalus" panose="02020603050405020304" pitchFamily="18" charset="-78"/>
              </a:rPr>
              <a:t>Toutes les données sont archivées et protégées dans la base de données du système. Le système propose une fonctionnalité innovante appelée Voucher, qui permet au client d’envoyer de l’argent à un proche sans qu’il ait besoin d’une carte ou d’un compte bancaire.</a:t>
            </a:r>
            <a:endParaRPr lang="en-US" sz="2000" b="1" dirty="0">
              <a:latin typeface="Andalus" panose="02020603050405020304" pitchFamily="18" charset="-78"/>
              <a:cs typeface="Andalus" panose="02020603050405020304" pitchFamily="18" charset="-78"/>
            </a:endParaRPr>
          </a:p>
          <a:p>
            <a:r>
              <a:rPr lang="fr-FR" sz="2000" b="1" dirty="0">
                <a:latin typeface="Andalus" panose="02020603050405020304" pitchFamily="18" charset="-78"/>
                <a:cs typeface="Andalus" panose="02020603050405020304" pitchFamily="18" charset="-78"/>
              </a:rPr>
              <a:t>Depuis l’application, le client choisit « Créer un voucher », saisit le montant, la devise, la durée de validité et, éventuellement, le numéro de téléphone du bénéficiaire. Après validation avec un code OTP, le système génère un code unique et temporaire.</a:t>
            </a:r>
          </a:p>
          <a:p>
            <a:r>
              <a:rPr lang="fr-FR" sz="2000" b="1" dirty="0">
                <a:latin typeface="Andalus" panose="02020603050405020304" pitchFamily="18" charset="-78"/>
                <a:cs typeface="Andalus" panose="02020603050405020304" pitchFamily="18" charset="-78"/>
              </a:rPr>
              <a:t>Ce code peut être communiqué au bénéficiaire, qui se rend à un guichet automatique , choisit l’option « Retrait par voucher », et entre le code reçu.</a:t>
            </a:r>
          </a:p>
          <a:p>
            <a:r>
              <a:rPr lang="fr-FR" sz="2000" b="1" dirty="0">
                <a:latin typeface="Andalus" panose="02020603050405020304" pitchFamily="18" charset="-78"/>
                <a:cs typeface="Andalus" panose="02020603050405020304" pitchFamily="18" charset="-78"/>
              </a:rPr>
              <a:t>Le système vérifie la validité du code et autorise le retrait du montant si toutes les conditions sont remplies.</a:t>
            </a:r>
          </a:p>
          <a:p>
            <a:r>
              <a:rPr lang="fr-FR" sz="2000" b="1" dirty="0">
                <a:latin typeface="Andalus" panose="02020603050405020304" pitchFamily="18" charset="-78"/>
                <a:cs typeface="Andalus" panose="02020603050405020304" pitchFamily="18" charset="-78"/>
              </a:rPr>
              <a:t>Le client reçoit immédiatement une notification confirmant l’opération.</a:t>
            </a:r>
          </a:p>
          <a:p>
            <a:r>
              <a:rPr lang="fr-FR" sz="2000" b="1" dirty="0">
                <a:latin typeface="Andalus" panose="02020603050405020304" pitchFamily="18" charset="-78"/>
                <a:cs typeface="Andalus" panose="02020603050405020304" pitchFamily="18" charset="-78"/>
              </a:rPr>
              <a:t>En cas d’expiration ou d’annulation du voucher, les fonds sont automatiquement restitués sur le compte émetteur. Toutes les opérations sont enregistrées dans les logs du système avec l’identifiant de l’utilisateur, la date, l’heure et le type d’action.</a:t>
            </a:r>
          </a:p>
          <a:p>
            <a:r>
              <a:rPr lang="fr-FR" sz="2000" b="1" dirty="0">
                <a:latin typeface="Andalus" panose="02020603050405020304" pitchFamily="18" charset="-78"/>
                <a:cs typeface="Andalus" panose="02020603050405020304" pitchFamily="18" charset="-78"/>
              </a:rPr>
              <a:t>Les communications sont chiffrées (HTTPS, SSL) et les mots de passe sont stockés sous forme hachée.</a:t>
            </a:r>
          </a:p>
          <a:p>
            <a:r>
              <a:rPr lang="fr-FR" sz="2000" b="1" dirty="0">
                <a:latin typeface="Andalus" panose="02020603050405020304" pitchFamily="18" charset="-78"/>
                <a:cs typeface="Andalus" panose="02020603050405020304" pitchFamily="18" charset="-78"/>
              </a:rPr>
              <a:t>Des mécanismes de détection de fraude et de blocage automatique sont mis en place pour garantir la sécurité maximale des clients.</a:t>
            </a:r>
          </a:p>
        </p:txBody>
      </p:sp>
    </p:spTree>
    <p:extLst>
      <p:ext uri="{BB962C8B-B14F-4D97-AF65-F5344CB8AC3E}">
        <p14:creationId xmlns:p14="http://schemas.microsoft.com/office/powerpoint/2010/main" val="54883593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D0AC08D-54A3-702A-68D4-86B97671333E}"/>
              </a:ext>
            </a:extLst>
          </p:cNvPr>
          <p:cNvPicPr>
            <a:picLocks noChangeAspect="1"/>
          </p:cNvPicPr>
          <p:nvPr/>
        </p:nvPicPr>
        <p:blipFill>
          <a:blip r:embed="rId2"/>
          <a:srcRect l="7286" t="9281" r="9718"/>
          <a:stretch>
            <a:fillRect/>
          </a:stretch>
        </p:blipFill>
        <p:spPr>
          <a:xfrm>
            <a:off x="356911" y="220894"/>
            <a:ext cx="5229546" cy="6416211"/>
          </a:xfrm>
          <a:prstGeom prst="rect">
            <a:avLst/>
          </a:prstGeom>
        </p:spPr>
      </p:pic>
      <p:pic>
        <p:nvPicPr>
          <p:cNvPr id="12" name="Picture 11">
            <a:extLst>
              <a:ext uri="{FF2B5EF4-FFF2-40B4-BE49-F238E27FC236}">
                <a16:creationId xmlns:a16="http://schemas.microsoft.com/office/drawing/2014/main" id="{BB67ED13-E185-8B60-DE7C-607760A45F11}"/>
              </a:ext>
            </a:extLst>
          </p:cNvPr>
          <p:cNvPicPr>
            <a:picLocks noChangeAspect="1"/>
          </p:cNvPicPr>
          <p:nvPr/>
        </p:nvPicPr>
        <p:blipFill>
          <a:blip r:embed="rId3"/>
          <a:stretch>
            <a:fillRect/>
          </a:stretch>
        </p:blipFill>
        <p:spPr>
          <a:xfrm>
            <a:off x="6297319" y="220895"/>
            <a:ext cx="5155681" cy="6416210"/>
          </a:xfrm>
          <a:prstGeom prst="rect">
            <a:avLst/>
          </a:prstGeom>
        </p:spPr>
      </p:pic>
    </p:spTree>
    <p:extLst>
      <p:ext uri="{BB962C8B-B14F-4D97-AF65-F5344CB8AC3E}">
        <p14:creationId xmlns:p14="http://schemas.microsoft.com/office/powerpoint/2010/main" val="3647792868"/>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B968614-23C5-5022-0912-EA87EA386F68}"/>
              </a:ext>
            </a:extLst>
          </p:cNvPr>
          <p:cNvPicPr>
            <a:picLocks noChangeAspect="1"/>
          </p:cNvPicPr>
          <p:nvPr/>
        </p:nvPicPr>
        <p:blipFill>
          <a:blip r:embed="rId2"/>
          <a:stretch>
            <a:fillRect/>
          </a:stretch>
        </p:blipFill>
        <p:spPr>
          <a:xfrm>
            <a:off x="2414428" y="1279640"/>
            <a:ext cx="5988083" cy="3977999"/>
          </a:xfrm>
          <a:prstGeom prst="rect">
            <a:avLst/>
          </a:prstGeom>
        </p:spPr>
      </p:pic>
    </p:spTree>
    <p:extLst>
      <p:ext uri="{BB962C8B-B14F-4D97-AF65-F5344CB8AC3E}">
        <p14:creationId xmlns:p14="http://schemas.microsoft.com/office/powerpoint/2010/main" val="3575518664"/>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BF4B1BF-EC08-B2E4-66DC-11C7A3C134B8}"/>
              </a:ext>
            </a:extLst>
          </p:cNvPr>
          <p:cNvPicPr>
            <a:picLocks noGrp="1" noChangeAspect="1"/>
          </p:cNvPicPr>
          <p:nvPr>
            <p:ph idx="1"/>
          </p:nvPr>
        </p:nvPicPr>
        <p:blipFill>
          <a:blip r:embed="rId2">
            <a:clrChange>
              <a:clrFrom>
                <a:srgbClr val="EBEAD6"/>
              </a:clrFrom>
              <a:clrTo>
                <a:srgbClr val="EBEAD6">
                  <a:alpha val="0"/>
                </a:srgbClr>
              </a:clrTo>
            </a:clrChange>
            <a:extLst>
              <a:ext uri="{BEBA8EAE-BF5A-486C-A8C5-ECC9F3942E4B}">
                <a14:imgProps xmlns:a14="http://schemas.microsoft.com/office/drawing/2010/main">
                  <a14:imgLayer r:embed="rId3">
                    <a14:imgEffect>
                      <a14:colorTemperature colorTemp="6860"/>
                    </a14:imgEffect>
                    <a14:imgEffect>
                      <a14:saturation sat="91000"/>
                    </a14:imgEffect>
                    <a14:imgEffect>
                      <a14:brightnessContrast bright="22000" contrast="-68000"/>
                    </a14:imgEffect>
                  </a14:imgLayer>
                </a14:imgProps>
              </a:ext>
              <a:ext uri="{28A0092B-C50C-407E-A947-70E740481C1C}">
                <a14:useLocalDpi xmlns:a14="http://schemas.microsoft.com/office/drawing/2010/main" val="0"/>
              </a:ext>
            </a:extLst>
          </a:blip>
          <a:stretch>
            <a:fillRect/>
          </a:stretch>
        </p:blipFill>
        <p:spPr>
          <a:xfrm>
            <a:off x="0" y="-448056"/>
            <a:ext cx="12192000" cy="8930584"/>
          </a:xfrm>
        </p:spPr>
      </p:pic>
      <p:sp>
        <p:nvSpPr>
          <p:cNvPr id="6" name="TextBox 5">
            <a:extLst>
              <a:ext uri="{FF2B5EF4-FFF2-40B4-BE49-F238E27FC236}">
                <a16:creationId xmlns:a16="http://schemas.microsoft.com/office/drawing/2014/main" id="{1975F58E-64A2-9BA8-6DC5-508B6717B534}"/>
              </a:ext>
            </a:extLst>
          </p:cNvPr>
          <p:cNvSpPr txBox="1"/>
          <p:nvPr/>
        </p:nvSpPr>
        <p:spPr>
          <a:xfrm>
            <a:off x="2633472" y="2377440"/>
            <a:ext cx="5879592" cy="830997"/>
          </a:xfrm>
          <a:prstGeom prst="rect">
            <a:avLst/>
          </a:prstGeom>
          <a:solidFill>
            <a:schemeClr val="bg1"/>
          </a:solidFill>
        </p:spPr>
        <p:txBody>
          <a:bodyPr wrap="square" rtlCol="0">
            <a:spAutoFit/>
          </a:bodyPr>
          <a:lstStyle/>
          <a:p>
            <a:r>
              <a:rPr lang="en-US" sz="2400" dirty="0">
                <a:latin typeface="Algerian" panose="04020705040A02060702" pitchFamily="82" charset="0"/>
              </a:rPr>
              <a:t>Lien pour la documentation des cu:</a:t>
            </a:r>
          </a:p>
          <a:p>
            <a:r>
              <a:rPr lang="en-US" sz="2400" dirty="0">
                <a:latin typeface="Algerian" panose="04020705040A02060702" pitchFamily="82" charset="0"/>
                <a:hlinkClick r:id="rId4" action="ppaction://hlinkfile"/>
              </a:rPr>
              <a:t>projet.docx</a:t>
            </a:r>
            <a:endParaRPr lang="en-US" sz="2400" dirty="0">
              <a:latin typeface="Algerian" panose="04020705040A02060702" pitchFamily="82" charset="0"/>
            </a:endParaRPr>
          </a:p>
        </p:txBody>
      </p:sp>
    </p:spTree>
    <p:extLst>
      <p:ext uri="{BB962C8B-B14F-4D97-AF65-F5344CB8AC3E}">
        <p14:creationId xmlns:p14="http://schemas.microsoft.com/office/powerpoint/2010/main" val="948108929"/>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9966D4C-809E-B8B3-E11A-5779FA89F2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7912" y="0"/>
            <a:ext cx="10033937" cy="6858000"/>
          </a:xfrm>
          <a:prstGeom prst="rect">
            <a:avLst/>
          </a:prstGeom>
        </p:spPr>
      </p:pic>
      <p:cxnSp>
        <p:nvCxnSpPr>
          <p:cNvPr id="4" name="Straight Connector 3">
            <a:extLst>
              <a:ext uri="{FF2B5EF4-FFF2-40B4-BE49-F238E27FC236}">
                <a16:creationId xmlns:a16="http://schemas.microsoft.com/office/drawing/2014/main" id="{2A2D160C-E1E2-78E3-328E-BEAA375B32B1}"/>
              </a:ext>
            </a:extLst>
          </p:cNvPr>
          <p:cNvCxnSpPr>
            <a:cxnSpLocks/>
          </p:cNvCxnSpPr>
          <p:nvPr/>
        </p:nvCxnSpPr>
        <p:spPr>
          <a:xfrm flipH="1" flipV="1">
            <a:off x="1366520" y="802640"/>
            <a:ext cx="6228080" cy="563880"/>
          </a:xfrm>
          <a:prstGeom prst="line">
            <a:avLst/>
          </a:prstGeom>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355FA035-433F-3843-E54B-781214BD3613}"/>
              </a:ext>
            </a:extLst>
          </p:cNvPr>
          <p:cNvCxnSpPr/>
          <p:nvPr/>
        </p:nvCxnSpPr>
        <p:spPr>
          <a:xfrm>
            <a:off x="6791960" y="1209040"/>
            <a:ext cx="3439160" cy="1224280"/>
          </a:xfrm>
          <a:prstGeom prst="line">
            <a:avLst/>
          </a:prstGeom>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3A4364BD-8535-AB7D-1927-8DD3F74078A5}"/>
              </a:ext>
            </a:extLst>
          </p:cNvPr>
          <p:cNvCxnSpPr>
            <a:cxnSpLocks/>
          </p:cNvCxnSpPr>
          <p:nvPr/>
        </p:nvCxnSpPr>
        <p:spPr>
          <a:xfrm>
            <a:off x="7889240" y="1427480"/>
            <a:ext cx="2260600" cy="93980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cxnSp>
        <p:nvCxnSpPr>
          <p:cNvPr id="13" name="Straight Connector 12">
            <a:extLst>
              <a:ext uri="{FF2B5EF4-FFF2-40B4-BE49-F238E27FC236}">
                <a16:creationId xmlns:a16="http://schemas.microsoft.com/office/drawing/2014/main" id="{6144D9E5-058F-FAB2-BA3D-F4ECE9D3ECAB}"/>
              </a:ext>
            </a:extLst>
          </p:cNvPr>
          <p:cNvCxnSpPr>
            <a:cxnSpLocks/>
          </p:cNvCxnSpPr>
          <p:nvPr/>
        </p:nvCxnSpPr>
        <p:spPr>
          <a:xfrm flipV="1">
            <a:off x="6050280" y="645160"/>
            <a:ext cx="1986280" cy="56388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sp>
        <p:nvSpPr>
          <p:cNvPr id="3" name="TextBox 2">
            <a:extLst>
              <a:ext uri="{FF2B5EF4-FFF2-40B4-BE49-F238E27FC236}">
                <a16:creationId xmlns:a16="http://schemas.microsoft.com/office/drawing/2014/main" id="{E180E734-7C57-D782-0627-AE55A914595E}"/>
              </a:ext>
            </a:extLst>
          </p:cNvPr>
          <p:cNvSpPr txBox="1"/>
          <p:nvPr/>
        </p:nvSpPr>
        <p:spPr>
          <a:xfrm rot="4831949" flipV="1">
            <a:off x="7871468" y="1172524"/>
            <a:ext cx="510289" cy="369332"/>
          </a:xfrm>
          <a:prstGeom prst="rect">
            <a:avLst/>
          </a:prstGeom>
          <a:noFill/>
        </p:spPr>
        <p:txBody>
          <a:bodyPr wrap="square" rtlCol="0">
            <a:spAutoFit/>
          </a:bodyPr>
          <a:lstStyle/>
          <a:p>
            <a:r>
              <a:rPr lang="en-US" dirty="0"/>
              <a:t>&gt;</a:t>
            </a:r>
          </a:p>
        </p:txBody>
      </p:sp>
      <p:sp>
        <p:nvSpPr>
          <p:cNvPr id="6" name="Oval 5">
            <a:extLst>
              <a:ext uri="{FF2B5EF4-FFF2-40B4-BE49-F238E27FC236}">
                <a16:creationId xmlns:a16="http://schemas.microsoft.com/office/drawing/2014/main" id="{4B2899DA-A096-6987-94DE-1D98718BD2C3}"/>
              </a:ext>
            </a:extLst>
          </p:cNvPr>
          <p:cNvSpPr/>
          <p:nvPr/>
        </p:nvSpPr>
        <p:spPr>
          <a:xfrm>
            <a:off x="5559972" y="5423338"/>
            <a:ext cx="73573" cy="45719"/>
          </a:xfrm>
          <a:prstGeom prst="ellipse">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4242309253"/>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DBF6FC7-4E01-7EDB-ECD4-580D60B74E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1321" y="0"/>
            <a:ext cx="8796525" cy="6524090"/>
          </a:xfrm>
          <a:prstGeom prst="rect">
            <a:avLst/>
          </a:prstGeom>
        </p:spPr>
      </p:pic>
    </p:spTree>
    <p:extLst>
      <p:ext uri="{BB962C8B-B14F-4D97-AF65-F5344CB8AC3E}">
        <p14:creationId xmlns:p14="http://schemas.microsoft.com/office/powerpoint/2010/main" val="353642351"/>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48D5DFA-2F7A-860A-2D6B-42A750BF3FD1}"/>
              </a:ext>
            </a:extLst>
          </p:cNvPr>
          <p:cNvPicPr>
            <a:picLocks noChangeAspect="1"/>
          </p:cNvPicPr>
          <p:nvPr/>
        </p:nvPicPr>
        <p:blipFill>
          <a:blip r:embed="rId2"/>
          <a:stretch>
            <a:fillRect/>
          </a:stretch>
        </p:blipFill>
        <p:spPr>
          <a:xfrm>
            <a:off x="1280160" y="244178"/>
            <a:ext cx="8636137" cy="6277239"/>
          </a:xfrm>
          <a:prstGeom prst="rect">
            <a:avLst/>
          </a:prstGeom>
        </p:spPr>
      </p:pic>
      <p:pic>
        <p:nvPicPr>
          <p:cNvPr id="4" name="Picture 3">
            <a:extLst>
              <a:ext uri="{FF2B5EF4-FFF2-40B4-BE49-F238E27FC236}">
                <a16:creationId xmlns:a16="http://schemas.microsoft.com/office/drawing/2014/main" id="{33AA149D-52CA-4DD5-8C62-945A029C1D38}"/>
              </a:ext>
            </a:extLst>
          </p:cNvPr>
          <p:cNvPicPr>
            <a:picLocks noChangeAspect="1"/>
          </p:cNvPicPr>
          <p:nvPr/>
        </p:nvPicPr>
        <p:blipFill>
          <a:blip r:embed="rId3"/>
          <a:stretch>
            <a:fillRect/>
          </a:stretch>
        </p:blipFill>
        <p:spPr>
          <a:xfrm>
            <a:off x="323044" y="4284"/>
            <a:ext cx="11545911" cy="6849431"/>
          </a:xfrm>
          <a:prstGeom prst="rect">
            <a:avLst/>
          </a:prstGeom>
        </p:spPr>
      </p:pic>
    </p:spTree>
    <p:extLst>
      <p:ext uri="{BB962C8B-B14F-4D97-AF65-F5344CB8AC3E}">
        <p14:creationId xmlns:p14="http://schemas.microsoft.com/office/powerpoint/2010/main" val="3626724988"/>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D58302-9A60-08FB-895E-BF587F70DC46}"/>
              </a:ext>
            </a:extLst>
          </p:cNvPr>
          <p:cNvSpPr>
            <a:spLocks noGrp="1"/>
          </p:cNvSpPr>
          <p:nvPr>
            <p:ph type="title"/>
          </p:nvPr>
        </p:nvSpPr>
        <p:spPr>
          <a:xfrm>
            <a:off x="2059172" y="354494"/>
            <a:ext cx="10515600" cy="368522"/>
          </a:xfrm>
        </p:spPr>
        <p:txBody>
          <a:bodyPr>
            <a:noAutofit/>
          </a:bodyPr>
          <a:lstStyle/>
          <a:p>
            <a:r>
              <a:rPr lang="en-US" sz="2800" dirty="0">
                <a:latin typeface="Arial Black" panose="020B0A04020102020204" pitchFamily="34" charset="0"/>
                <a:cs typeface="Andalus" panose="02020603050405020304" pitchFamily="18" charset="-78"/>
              </a:rPr>
              <a:t> </a:t>
            </a:r>
            <a:r>
              <a:rPr lang="en-US" sz="2800" dirty="0" err="1">
                <a:latin typeface="Arial Black" panose="020B0A04020102020204" pitchFamily="34" charset="0"/>
                <a:cs typeface="Andalus" panose="02020603050405020304" pitchFamily="18" charset="-78"/>
              </a:rPr>
              <a:t>retirer</a:t>
            </a:r>
            <a:r>
              <a:rPr lang="en-US" sz="2800" dirty="0">
                <a:latin typeface="Arial Black" panose="020B0A04020102020204" pitchFamily="34" charset="0"/>
                <a:cs typeface="Andalus" panose="02020603050405020304" pitchFamily="18" charset="-78"/>
              </a:rPr>
              <a:t> un voucher via atm</a:t>
            </a:r>
          </a:p>
        </p:txBody>
      </p:sp>
      <p:pic>
        <p:nvPicPr>
          <p:cNvPr id="5" name="Picture 4">
            <a:extLst>
              <a:ext uri="{FF2B5EF4-FFF2-40B4-BE49-F238E27FC236}">
                <a16:creationId xmlns:a16="http://schemas.microsoft.com/office/drawing/2014/main" id="{F5EE3B22-5D6F-A3B2-4DBE-C746E316F3AF}"/>
              </a:ext>
            </a:extLst>
          </p:cNvPr>
          <p:cNvPicPr>
            <a:picLocks noChangeAspect="1"/>
          </p:cNvPicPr>
          <p:nvPr/>
        </p:nvPicPr>
        <p:blipFill>
          <a:blip r:embed="rId2"/>
          <a:stretch>
            <a:fillRect/>
          </a:stretch>
        </p:blipFill>
        <p:spPr>
          <a:xfrm>
            <a:off x="1165792" y="814364"/>
            <a:ext cx="8839445" cy="6043636"/>
          </a:xfrm>
          <a:prstGeom prst="rect">
            <a:avLst/>
          </a:prstGeom>
        </p:spPr>
      </p:pic>
    </p:spTree>
    <p:extLst>
      <p:ext uri="{BB962C8B-B14F-4D97-AF65-F5344CB8AC3E}">
        <p14:creationId xmlns:p14="http://schemas.microsoft.com/office/powerpoint/2010/main" val="308169865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C0A31-0A89-6A4D-0F36-76C49A0E8C49}"/>
              </a:ext>
            </a:extLst>
          </p:cNvPr>
          <p:cNvSpPr>
            <a:spLocks noGrp="1"/>
          </p:cNvSpPr>
          <p:nvPr>
            <p:ph type="title"/>
          </p:nvPr>
        </p:nvSpPr>
        <p:spPr>
          <a:xfrm>
            <a:off x="3242353" y="246580"/>
            <a:ext cx="10515600" cy="555295"/>
          </a:xfrm>
        </p:spPr>
        <p:txBody>
          <a:bodyPr>
            <a:normAutofit/>
          </a:bodyPr>
          <a:lstStyle/>
          <a:p>
            <a:r>
              <a:rPr lang="en-US" sz="2400" dirty="0">
                <a:latin typeface="Arial Black" panose="020B0A04020102020204" pitchFamily="34" charset="0"/>
              </a:rPr>
              <a:t>Creer un voucher</a:t>
            </a:r>
          </a:p>
        </p:txBody>
      </p:sp>
      <p:pic>
        <p:nvPicPr>
          <p:cNvPr id="5" name="Content Placeholder 4">
            <a:extLst>
              <a:ext uri="{FF2B5EF4-FFF2-40B4-BE49-F238E27FC236}">
                <a16:creationId xmlns:a16="http://schemas.microsoft.com/office/drawing/2014/main" id="{75071647-5843-AA89-9213-BB3267FD61C3}"/>
              </a:ext>
            </a:extLst>
          </p:cNvPr>
          <p:cNvPicPr>
            <a:picLocks noGrp="1" noChangeAspect="1"/>
          </p:cNvPicPr>
          <p:nvPr>
            <p:ph idx="1"/>
          </p:nvPr>
        </p:nvPicPr>
        <p:blipFill>
          <a:blip r:embed="rId2"/>
          <a:stretch>
            <a:fillRect/>
          </a:stretch>
        </p:blipFill>
        <p:spPr>
          <a:xfrm>
            <a:off x="1397286" y="801875"/>
            <a:ext cx="7698573" cy="5843625"/>
          </a:xfrm>
          <a:prstGeom prst="rect">
            <a:avLst/>
          </a:prstGeom>
        </p:spPr>
      </p:pic>
    </p:spTree>
    <p:extLst>
      <p:ext uri="{BB962C8B-B14F-4D97-AF65-F5344CB8AC3E}">
        <p14:creationId xmlns:p14="http://schemas.microsoft.com/office/powerpoint/2010/main" val="3257917161"/>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AE96E9-CDC9-711C-4530-56C8FF26A43C}"/>
              </a:ext>
            </a:extLst>
          </p:cNvPr>
          <p:cNvSpPr>
            <a:spLocks noGrp="1"/>
          </p:cNvSpPr>
          <p:nvPr>
            <p:ph type="title"/>
          </p:nvPr>
        </p:nvSpPr>
        <p:spPr>
          <a:xfrm>
            <a:off x="838200" y="365125"/>
            <a:ext cx="10515600" cy="448691"/>
          </a:xfrm>
        </p:spPr>
        <p:txBody>
          <a:bodyPr>
            <a:noAutofit/>
          </a:bodyPr>
          <a:lstStyle/>
          <a:p>
            <a:r>
              <a:rPr lang="en-US" sz="3200" dirty="0">
                <a:latin typeface="Arial Black" panose="020B0A04020102020204" pitchFamily="34" charset="0"/>
              </a:rPr>
              <a:t>Creer un </a:t>
            </a:r>
            <a:r>
              <a:rPr lang="en-US" sz="3200" dirty="0" err="1">
                <a:latin typeface="Arial Black" panose="020B0A04020102020204" pitchFamily="34" charset="0"/>
              </a:rPr>
              <a:t>compte</a:t>
            </a:r>
            <a:endParaRPr lang="en-US" sz="3200" dirty="0">
              <a:latin typeface="Arial Black" panose="020B0A04020102020204" pitchFamily="34" charset="0"/>
            </a:endParaRPr>
          </a:p>
        </p:txBody>
      </p:sp>
      <p:pic>
        <p:nvPicPr>
          <p:cNvPr id="7" name="Content Placeholder 6">
            <a:extLst>
              <a:ext uri="{FF2B5EF4-FFF2-40B4-BE49-F238E27FC236}">
                <a16:creationId xmlns:a16="http://schemas.microsoft.com/office/drawing/2014/main" id="{559CDE5C-7B82-AE76-8004-8F7705C37ABF}"/>
              </a:ext>
            </a:extLst>
          </p:cNvPr>
          <p:cNvPicPr>
            <a:picLocks noGrp="1" noChangeAspect="1"/>
          </p:cNvPicPr>
          <p:nvPr>
            <p:ph idx="1"/>
          </p:nvPr>
        </p:nvPicPr>
        <p:blipFill>
          <a:blip r:embed="rId2"/>
          <a:stretch>
            <a:fillRect/>
          </a:stretch>
        </p:blipFill>
        <p:spPr>
          <a:xfrm>
            <a:off x="4894930" y="201256"/>
            <a:ext cx="4898294" cy="6187776"/>
          </a:xfrm>
          <a:prstGeom prst="rect">
            <a:avLst/>
          </a:prstGeom>
        </p:spPr>
      </p:pic>
    </p:spTree>
    <p:extLst>
      <p:ext uri="{BB962C8B-B14F-4D97-AF65-F5344CB8AC3E}">
        <p14:creationId xmlns:p14="http://schemas.microsoft.com/office/powerpoint/2010/main" val="1399158921"/>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96307A-7505-D085-4320-FF03AA38FC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1513D2-3219-0918-BC27-024D9FA6E858}"/>
              </a:ext>
            </a:extLst>
          </p:cNvPr>
          <p:cNvSpPr>
            <a:spLocks noGrp="1"/>
          </p:cNvSpPr>
          <p:nvPr>
            <p:ph type="title"/>
          </p:nvPr>
        </p:nvSpPr>
        <p:spPr>
          <a:xfrm>
            <a:off x="838200" y="365125"/>
            <a:ext cx="10515600" cy="448691"/>
          </a:xfrm>
        </p:spPr>
        <p:txBody>
          <a:bodyPr>
            <a:noAutofit/>
          </a:bodyPr>
          <a:lstStyle/>
          <a:p>
            <a:r>
              <a:rPr lang="en-US" sz="3200" dirty="0">
                <a:latin typeface="Arial Black" panose="020B0A04020102020204" pitchFamily="34" charset="0"/>
              </a:rPr>
              <a:t>Transferer </a:t>
            </a:r>
            <a:r>
              <a:rPr lang="en-US" sz="3200" dirty="0" err="1">
                <a:latin typeface="Arial Black" panose="020B0A04020102020204" pitchFamily="34" charset="0"/>
              </a:rPr>
              <a:t>d’argent</a:t>
            </a:r>
            <a:endParaRPr lang="en-US" sz="3200" dirty="0">
              <a:latin typeface="Arial Black" panose="020B0A04020102020204" pitchFamily="34" charset="0"/>
            </a:endParaRPr>
          </a:p>
        </p:txBody>
      </p:sp>
      <p:pic>
        <p:nvPicPr>
          <p:cNvPr id="4" name="Picture 3">
            <a:extLst>
              <a:ext uri="{FF2B5EF4-FFF2-40B4-BE49-F238E27FC236}">
                <a16:creationId xmlns:a16="http://schemas.microsoft.com/office/drawing/2014/main" id="{EDEC3EE7-1844-20DA-04E7-9766D1B7B1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70485" y="0"/>
            <a:ext cx="4256989" cy="6858000"/>
          </a:xfrm>
          <a:prstGeom prst="rect">
            <a:avLst/>
          </a:prstGeom>
        </p:spPr>
      </p:pic>
    </p:spTree>
    <p:extLst>
      <p:ext uri="{BB962C8B-B14F-4D97-AF65-F5344CB8AC3E}">
        <p14:creationId xmlns:p14="http://schemas.microsoft.com/office/powerpoint/2010/main" val="2160435203"/>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3C322C-4B84-5810-9A06-AE2CFFAD10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95FEBF-7554-CCCB-0640-16BCB089F478}"/>
              </a:ext>
            </a:extLst>
          </p:cNvPr>
          <p:cNvSpPr>
            <a:spLocks noGrp="1"/>
          </p:cNvSpPr>
          <p:nvPr>
            <p:ph type="title"/>
          </p:nvPr>
        </p:nvSpPr>
        <p:spPr>
          <a:xfrm>
            <a:off x="838200" y="365125"/>
            <a:ext cx="10515600" cy="448691"/>
          </a:xfrm>
        </p:spPr>
        <p:txBody>
          <a:bodyPr>
            <a:noAutofit/>
          </a:bodyPr>
          <a:lstStyle/>
          <a:p>
            <a:r>
              <a:rPr lang="en-US" sz="3200" dirty="0">
                <a:latin typeface="Arial Black" panose="020B0A04020102020204" pitchFamily="34" charset="0"/>
              </a:rPr>
              <a:t>Creer un voucher</a:t>
            </a:r>
          </a:p>
        </p:txBody>
      </p:sp>
      <p:pic>
        <p:nvPicPr>
          <p:cNvPr id="4" name="Picture 3">
            <a:extLst>
              <a:ext uri="{FF2B5EF4-FFF2-40B4-BE49-F238E27FC236}">
                <a16:creationId xmlns:a16="http://schemas.microsoft.com/office/drawing/2014/main" id="{01E516F3-910F-9395-2C24-0C831368C9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88346" y="365125"/>
            <a:ext cx="4095750" cy="5724525"/>
          </a:xfrm>
          <a:prstGeom prst="rect">
            <a:avLst/>
          </a:prstGeom>
        </p:spPr>
      </p:pic>
    </p:spTree>
    <p:extLst>
      <p:ext uri="{BB962C8B-B14F-4D97-AF65-F5344CB8AC3E}">
        <p14:creationId xmlns:p14="http://schemas.microsoft.com/office/powerpoint/2010/main" val="4172975366"/>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797E48-40C6-3453-1B40-DE6B2EE150B7}"/>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BFE7365-0864-E0FA-27C1-AA9FA24B8054}"/>
              </a:ext>
            </a:extLst>
          </p:cNvPr>
          <p:cNvPicPr>
            <a:picLocks noGrp="1" noChangeAspect="1"/>
          </p:cNvPicPr>
          <p:nvPr>
            <p:ph idx="1"/>
          </p:nvPr>
        </p:nvPicPr>
        <p:blipFill>
          <a:blip r:embed="rId2">
            <a:clrChange>
              <a:clrFrom>
                <a:srgbClr val="EBEAD6"/>
              </a:clrFrom>
              <a:clrTo>
                <a:srgbClr val="EBEAD6">
                  <a:alpha val="0"/>
                </a:srgbClr>
              </a:clrTo>
            </a:clrChange>
            <a:extLst>
              <a:ext uri="{BEBA8EAE-BF5A-486C-A8C5-ECC9F3942E4B}">
                <a14:imgProps xmlns:a14="http://schemas.microsoft.com/office/drawing/2010/main">
                  <a14:imgLayer r:embed="rId3">
                    <a14:imgEffect>
                      <a14:colorTemperature colorTemp="6860"/>
                    </a14:imgEffect>
                    <a14:imgEffect>
                      <a14:saturation sat="91000"/>
                    </a14:imgEffect>
                    <a14:imgEffect>
                      <a14:brightnessContrast bright="22000" contrast="-68000"/>
                    </a14:imgEffect>
                  </a14:imgLayer>
                </a14:imgProps>
              </a:ext>
              <a:ext uri="{28A0092B-C50C-407E-A947-70E740481C1C}">
                <a14:useLocalDpi xmlns:a14="http://schemas.microsoft.com/office/drawing/2010/main" val="0"/>
              </a:ext>
            </a:extLst>
          </a:blip>
          <a:stretch>
            <a:fillRect/>
          </a:stretch>
        </p:blipFill>
        <p:spPr>
          <a:xfrm>
            <a:off x="0" y="-448056"/>
            <a:ext cx="12192000" cy="8930584"/>
          </a:xfrm>
        </p:spPr>
      </p:pic>
      <p:sp>
        <p:nvSpPr>
          <p:cNvPr id="6" name="TextBox 5">
            <a:extLst>
              <a:ext uri="{FF2B5EF4-FFF2-40B4-BE49-F238E27FC236}">
                <a16:creationId xmlns:a16="http://schemas.microsoft.com/office/drawing/2014/main" id="{25B63ADD-54E1-2ED0-089A-9C28B453F271}"/>
              </a:ext>
            </a:extLst>
          </p:cNvPr>
          <p:cNvSpPr txBox="1"/>
          <p:nvPr/>
        </p:nvSpPr>
        <p:spPr>
          <a:xfrm>
            <a:off x="100584" y="2377440"/>
            <a:ext cx="11969496" cy="1015663"/>
          </a:xfrm>
          <a:prstGeom prst="rect">
            <a:avLst/>
          </a:prstGeom>
          <a:solidFill>
            <a:schemeClr val="bg1"/>
          </a:solidFill>
        </p:spPr>
        <p:txBody>
          <a:bodyPr wrap="square" rtlCol="0">
            <a:spAutoFit/>
          </a:bodyPr>
          <a:lstStyle/>
          <a:p>
            <a:pPr algn="ctr"/>
            <a:r>
              <a:rPr lang="en-US" sz="6000" dirty="0">
                <a:latin typeface="Algerian" panose="04020705040A02060702" pitchFamily="82" charset="0"/>
              </a:rPr>
              <a:t>Merci pour votre attention</a:t>
            </a:r>
          </a:p>
        </p:txBody>
      </p:sp>
    </p:spTree>
    <p:extLst>
      <p:ext uri="{BB962C8B-B14F-4D97-AF65-F5344CB8AC3E}">
        <p14:creationId xmlns:p14="http://schemas.microsoft.com/office/powerpoint/2010/main" val="3850278787"/>
      </p:ext>
    </p:extLst>
  </p:cSld>
  <p:clrMapOvr>
    <a:masterClrMapping/>
  </p:clrMapOvr>
  <p:transition spd="slow">
    <p:wip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1320</TotalTime>
  <Words>726</Words>
  <Application>Microsoft Office PowerPoint</Application>
  <PresentationFormat>Widescreen</PresentationFormat>
  <Paragraphs>50</Paragraphs>
  <Slides>16</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Algerian</vt:lpstr>
      <vt:lpstr>Andalus</vt:lpstr>
      <vt:lpstr>Arial</vt:lpstr>
      <vt:lpstr>Arial Black</vt:lpstr>
      <vt:lpstr>Calibri</vt:lpstr>
      <vt:lpstr>Calibri Light</vt:lpstr>
      <vt:lpstr>Office Theme</vt:lpstr>
      <vt:lpstr>    </vt:lpstr>
      <vt:lpstr>  </vt:lpstr>
      <vt:lpstr>  </vt:lpstr>
      <vt:lpstr>  </vt:lpstr>
      <vt:lpstr>PowerPoint Presentation</vt:lpstr>
      <vt:lpstr>PowerPoint Presentation</vt:lpstr>
      <vt:lpstr>PowerPoint Presentation</vt:lpstr>
      <vt:lpstr>PowerPoint Presentation</vt:lpstr>
      <vt:lpstr>PowerPoint Presentation</vt:lpstr>
      <vt:lpstr>PowerPoint Presentation</vt:lpstr>
      <vt:lpstr> retirer un voucher via atm</vt:lpstr>
      <vt:lpstr>Creer un voucher</vt:lpstr>
      <vt:lpstr>Creer un compte</vt:lpstr>
      <vt:lpstr>Transferer d’argent</vt:lpstr>
      <vt:lpstr>Creer un voucher</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Layan Obeid</dc:creator>
  <cp:lastModifiedBy>Layan Obeid</cp:lastModifiedBy>
  <cp:revision>10</cp:revision>
  <dcterms:created xsi:type="dcterms:W3CDTF">2025-10-22T16:55:18Z</dcterms:created>
  <dcterms:modified xsi:type="dcterms:W3CDTF">2025-12-24T09:12:44Z</dcterms:modified>
</cp:coreProperties>
</file>